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47"/>
  </p:notesMasterIdLst>
  <p:handoutMasterIdLst>
    <p:handoutMasterId r:id="rId4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9144000" cy="5143500" type="screen16x9"/>
  <p:notesSz cx="6858000" cy="9144000"/>
  <p:embeddedFontLst>
    <p:embeddedFont>
      <p:font typeface="Anaheim" panose="020B0604020202020204" charset="0"/>
      <p:regular r:id="rId49"/>
    </p:embeddedFont>
    <p:embeddedFont>
      <p:font typeface="Archivo" panose="020B0604020202020204" charset="0"/>
      <p:regular r:id="rId50"/>
      <p:bold r:id="rId51"/>
      <p:italic r:id="rId52"/>
      <p:boldItalic r:id="rId53"/>
    </p:embeddedFont>
    <p:embeddedFont>
      <p:font typeface="Archivo Medium" panose="020B0604020202020204" charset="0"/>
      <p:regular r:id="rId54"/>
      <p:bold r:id="rId55"/>
      <p:italic r:id="rId56"/>
      <p:boldItalic r:id="rId57"/>
    </p:embeddedFont>
    <p:embeddedFont>
      <p:font typeface="Bebas Neue" panose="020B0606020202050201" pitchFamily="34" charset="0"/>
      <p:regular r:id="rId58"/>
    </p:embeddedFont>
    <p:embeddedFont>
      <p:font typeface="Nunito Light" pitchFamily="2" charset="0"/>
      <p:regular r:id="rId59"/>
      <p:italic r:id="rId60"/>
    </p:embeddedFont>
    <p:embeddedFont>
      <p:font typeface="Poppins" panose="00000500000000000000" pitchFamily="2" charset="0"/>
      <p:regular r:id="rId61"/>
      <p:bold r:id="rId62"/>
      <p:italic r:id="rId63"/>
      <p:boldItalic r:id="rId64"/>
    </p:embeddedFont>
    <p:embeddedFont>
      <p:font typeface="PT Sans" panose="020B0503020203020204" pitchFamily="34" charset="0"/>
      <p:regular r:id="rId65"/>
      <p:bold r:id="rId66"/>
      <p:italic r:id="rId67"/>
      <p:boldItalic r:id="rId68"/>
    </p:embeddedFont>
    <p:embeddedFont>
      <p:font typeface="Raleway" pitchFamily="2" charset="0"/>
      <p:regular r:id="rId69"/>
      <p:bold r:id="rId70"/>
      <p:italic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6BB593F-AC55-4A8E-AF8D-0FD9AD27FB72}">
  <a:tblStyle styleId="{B6BB593F-AC55-4A8E-AF8D-0FD9AD27FB7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0" d="100"/>
          <a:sy n="110" d="100"/>
        </p:scale>
        <p:origin x="441" y="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notesMaster" Target="notesMasters/notesMaster1.xml"/><Relationship Id="rId63" Type="http://schemas.openxmlformats.org/officeDocument/2006/relationships/font" Target="fonts/font15.fntdata"/><Relationship Id="rId68" Type="http://schemas.openxmlformats.org/officeDocument/2006/relationships/font" Target="fonts/font20.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font" Target="fonts/font3.fntdata"/><Relationship Id="rId72" Type="http://schemas.openxmlformats.org/officeDocument/2006/relationships/font" Target="fonts/font2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font" Target="fonts/font22.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2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A76813-C6F0-C387-FD5C-353542DD0B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8B44C30A-0ECC-E1B7-AFE5-4CD486487B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970FC5-8D4C-4D32-9DD4-909C8E3C848F}" type="datetimeFigureOut">
              <a:rPr lang="en-GB" smtClean="0"/>
              <a:t>13/11/2023</a:t>
            </a:fld>
            <a:endParaRPr lang="en-GB"/>
          </a:p>
        </p:txBody>
      </p:sp>
      <p:sp>
        <p:nvSpPr>
          <p:cNvPr id="4" name="Footer Placeholder 3">
            <a:extLst>
              <a:ext uri="{FF2B5EF4-FFF2-40B4-BE49-F238E27FC236}">
                <a16:creationId xmlns:a16="http://schemas.microsoft.com/office/drawing/2014/main" id="{E05562FE-F13D-C420-9D18-D527DCD076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B223DCF1-97A4-FB61-8D26-838A0121CB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D532C6-1785-4286-AAD4-C780E3E8AF28}" type="slidenum">
              <a:rPr lang="en-GB" smtClean="0"/>
              <a:t>‹#›</a:t>
            </a:fld>
            <a:endParaRPr lang="en-GB"/>
          </a:p>
        </p:txBody>
      </p:sp>
    </p:spTree>
    <p:extLst>
      <p:ext uri="{BB962C8B-B14F-4D97-AF65-F5344CB8AC3E}">
        <p14:creationId xmlns:p14="http://schemas.microsoft.com/office/powerpoint/2010/main" val="5471061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99adfec46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99adfec46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Times New Roman"/>
                <a:ea typeface="Times New Roman"/>
                <a:cs typeface="Times New Roman"/>
                <a:sym typeface="Times New Roman"/>
              </a:rPr>
              <a:t>Clonezilla is a versatile program specifically designed for disk cloning, making it an essential tool in system development, backup, and recovery processes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99adfec463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99adfec463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999f7df26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999f7df26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999f7df265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2999f7df265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999f7df265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999f7df265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999f7df26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2999f7df26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999f7df26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2999f7df26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9a3ae448b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29a3ae448b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9a3ae448bd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29a3ae448b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2999f7df265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2999f7df265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9a485044f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9a485044f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9a485044f5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29a485044f5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9a485044f5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29a485044f5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9a485044f5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29a485044f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29a485044f5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29a485044f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9a485044f5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9a485044f5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29a485044f5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29a485044f5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29a485044f5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29a485044f5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9a485044f5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29a485044f5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29a485044f5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29a485044f5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29a485044f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29a485044f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29a485044f5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29a485044f5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9a485044f5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9a485044f5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29a485044f5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29a485044f5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9a485044f5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9a485044f5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29a485044f5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29a485044f5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29a485044f5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29a485044f5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29a485044f5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29a485044f5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29a485044f5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29a485044f5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29a485044f5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29a485044f5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29a485044f5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29a485044f5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29a485044f5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29a485044f5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29a485044f5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29a485044f5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29a485044f5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29a485044f5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29a485044f5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29a485044f5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29a485044f5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29a485044f5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9a485044f5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29a485044f5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29a485044f5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29a485044f5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2999f7df265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2999f7df265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29990c025b2_3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29990c025b2_3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29990c025b2_3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29990c025b2_3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11150" y="1424638"/>
            <a:ext cx="5637300" cy="17778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911150" y="3243063"/>
            <a:ext cx="4528800" cy="475800"/>
          </a:xfrm>
          <a:prstGeom prst="rect">
            <a:avLst/>
          </a:prstGeom>
          <a:solidFill>
            <a:schemeClr val="dk2"/>
          </a:solid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2537901" y="3243079"/>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714650" y="2338425"/>
            <a:ext cx="4331400" cy="15114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3790850" y="1165325"/>
            <a:ext cx="1318500" cy="9159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p:nvPr/>
        </p:nvSpPr>
        <p:spPr>
          <a:xfrm rot="-5400000">
            <a:off x="6906049" y="2939654"/>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 name="Google Shape;18;p4"/>
          <p:cNvSpPr txBox="1">
            <a:spLocks noGrp="1"/>
          </p:cNvSpPr>
          <p:nvPr>
            <p:ph type="body" idx="1"/>
          </p:nvPr>
        </p:nvSpPr>
        <p:spPr>
          <a:xfrm>
            <a:off x="720000" y="1215750"/>
            <a:ext cx="7704000" cy="31638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sz="1400"/>
            </a:lvl1pPr>
            <a:lvl2pPr marL="914400" lvl="1" indent="-304800" rtl="0">
              <a:lnSpc>
                <a:spcPct val="100000"/>
              </a:lnSpc>
              <a:spcBef>
                <a:spcPts val="100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pic>
        <p:nvPicPr>
          <p:cNvPr id="19" name="Google Shape;19;p4"/>
          <p:cNvPicPr preferRelativeResize="0"/>
          <p:nvPr/>
        </p:nvPicPr>
        <p:blipFill rotWithShape="1">
          <a:blip r:embed="rId2">
            <a:alphaModFix/>
          </a:blip>
          <a:srcRect l="39171" r="5368"/>
          <a:stretch/>
        </p:blipFill>
        <p:spPr>
          <a:xfrm>
            <a:off x="7719024" y="0"/>
            <a:ext cx="3005225" cy="5143499"/>
          </a:xfrm>
          <a:prstGeom prst="rect">
            <a:avLst/>
          </a:prstGeom>
          <a:noFill/>
          <a:ln>
            <a:noFill/>
          </a:ln>
        </p:spPr>
      </p:pic>
      <p:sp>
        <p:nvSpPr>
          <p:cNvPr id="20" name="Google Shape;20;p4"/>
          <p:cNvSpPr/>
          <p:nvPr/>
        </p:nvSpPr>
        <p:spPr>
          <a:xfrm rot="10800000">
            <a:off x="7719024" y="-1394796"/>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 name="Google Shape;23;p5"/>
          <p:cNvSpPr txBox="1">
            <a:spLocks noGrp="1"/>
          </p:cNvSpPr>
          <p:nvPr>
            <p:ph type="subTitle" idx="1"/>
          </p:nvPr>
        </p:nvSpPr>
        <p:spPr>
          <a:xfrm>
            <a:off x="5055284" y="3506410"/>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4" name="Google Shape;24;p5"/>
          <p:cNvSpPr txBox="1">
            <a:spLocks noGrp="1"/>
          </p:cNvSpPr>
          <p:nvPr>
            <p:ph type="subTitle" idx="2"/>
          </p:nvPr>
        </p:nvSpPr>
        <p:spPr>
          <a:xfrm>
            <a:off x="1583300" y="3506410"/>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5" name="Google Shape;25;p5"/>
          <p:cNvSpPr txBox="1">
            <a:spLocks noGrp="1"/>
          </p:cNvSpPr>
          <p:nvPr>
            <p:ph type="subTitle" idx="3"/>
          </p:nvPr>
        </p:nvSpPr>
        <p:spPr>
          <a:xfrm>
            <a:off x="5055275" y="29701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6" name="Google Shape;26;p5"/>
          <p:cNvSpPr txBox="1">
            <a:spLocks noGrp="1"/>
          </p:cNvSpPr>
          <p:nvPr>
            <p:ph type="subTitle" idx="4"/>
          </p:nvPr>
        </p:nvSpPr>
        <p:spPr>
          <a:xfrm>
            <a:off x="1583075" y="29701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27" name="Google Shape;27;p5"/>
          <p:cNvPicPr preferRelativeResize="0"/>
          <p:nvPr/>
        </p:nvPicPr>
        <p:blipFill rotWithShape="1">
          <a:blip r:embed="rId2">
            <a:alphaModFix/>
          </a:blip>
          <a:srcRect t="10127" b="45416"/>
          <a:stretch/>
        </p:blipFill>
        <p:spPr>
          <a:xfrm rot="10800000" flipH="1">
            <a:off x="0" y="3834476"/>
            <a:ext cx="9144003" cy="1900699"/>
          </a:xfrm>
          <a:prstGeom prst="rect">
            <a:avLst/>
          </a:prstGeom>
          <a:noFill/>
          <a:ln>
            <a:noFill/>
          </a:ln>
        </p:spPr>
      </p:pic>
      <p:sp>
        <p:nvSpPr>
          <p:cNvPr id="28" name="Google Shape;28;p5"/>
          <p:cNvSpPr/>
          <p:nvPr/>
        </p:nvSpPr>
        <p:spPr>
          <a:xfrm rot="-5400000" flipH="1">
            <a:off x="6526299" y="3444391"/>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31" name="Google Shape;31;p6"/>
          <p:cNvPicPr preferRelativeResize="0"/>
          <p:nvPr/>
        </p:nvPicPr>
        <p:blipFill rotWithShape="1">
          <a:blip r:embed="rId2">
            <a:alphaModFix/>
          </a:blip>
          <a:srcRect t="61776"/>
          <a:stretch/>
        </p:blipFill>
        <p:spPr>
          <a:xfrm flipH="1">
            <a:off x="25" y="4878926"/>
            <a:ext cx="9144003" cy="264574"/>
          </a:xfrm>
          <a:prstGeom prst="rect">
            <a:avLst/>
          </a:prstGeom>
          <a:noFill/>
          <a:ln>
            <a:noFill/>
          </a:ln>
        </p:spPr>
      </p:pic>
      <p:sp>
        <p:nvSpPr>
          <p:cNvPr id="32" name="Google Shape;32;p6"/>
          <p:cNvSpPr/>
          <p:nvPr/>
        </p:nvSpPr>
        <p:spPr>
          <a:xfrm rot="-5400000" flipH="1">
            <a:off x="6164623" y="-2882478"/>
            <a:ext cx="4099350" cy="401935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7"/>
          <p:cNvSpPr txBox="1">
            <a:spLocks noGrp="1"/>
          </p:cNvSpPr>
          <p:nvPr>
            <p:ph type="subTitle" idx="1"/>
          </p:nvPr>
        </p:nvSpPr>
        <p:spPr>
          <a:xfrm>
            <a:off x="720000" y="1700300"/>
            <a:ext cx="4294800" cy="19101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36" name="Google Shape;36;p7"/>
          <p:cNvSpPr/>
          <p:nvPr/>
        </p:nvSpPr>
        <p:spPr>
          <a:xfrm rot="5400000">
            <a:off x="-1678050" y="3954635"/>
            <a:ext cx="5397188" cy="5291862"/>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pic>
        <p:nvPicPr>
          <p:cNvPr id="39" name="Google Shape;39;p8"/>
          <p:cNvPicPr preferRelativeResize="0"/>
          <p:nvPr/>
        </p:nvPicPr>
        <p:blipFill rotWithShape="1">
          <a:blip r:embed="rId2">
            <a:alphaModFix/>
          </a:blip>
          <a:srcRect l="39171" r="5368"/>
          <a:stretch/>
        </p:blipFill>
        <p:spPr>
          <a:xfrm rot="10800000" flipH="1">
            <a:off x="7670188" y="0"/>
            <a:ext cx="3005225" cy="5143499"/>
          </a:xfrm>
          <a:prstGeom prst="rect">
            <a:avLst/>
          </a:prstGeom>
          <a:noFill/>
          <a:ln>
            <a:noFill/>
          </a:ln>
        </p:spPr>
      </p:pic>
      <p:pic>
        <p:nvPicPr>
          <p:cNvPr id="40" name="Google Shape;40;p8"/>
          <p:cNvPicPr preferRelativeResize="0"/>
          <p:nvPr/>
        </p:nvPicPr>
        <p:blipFill rotWithShape="1">
          <a:blip r:embed="rId2">
            <a:alphaModFix/>
          </a:blip>
          <a:srcRect l="39171" r="5368"/>
          <a:stretch/>
        </p:blipFill>
        <p:spPr>
          <a:xfrm flipH="1">
            <a:off x="-1531412" y="0"/>
            <a:ext cx="3005225" cy="51434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txBox="1">
            <a:spLocks noGrp="1"/>
          </p:cNvSpPr>
          <p:nvPr>
            <p:ph type="title"/>
          </p:nvPr>
        </p:nvSpPr>
        <p:spPr>
          <a:xfrm>
            <a:off x="2135550" y="1208313"/>
            <a:ext cx="4872900" cy="1650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101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3" name="Google Shape;43;p9"/>
          <p:cNvSpPr txBox="1">
            <a:spLocks noGrp="1"/>
          </p:cNvSpPr>
          <p:nvPr>
            <p:ph type="subTitle" idx="1"/>
          </p:nvPr>
        </p:nvSpPr>
        <p:spPr>
          <a:xfrm>
            <a:off x="2135550" y="3264088"/>
            <a:ext cx="4872900" cy="671100"/>
          </a:xfrm>
          <a:prstGeom prst="rect">
            <a:avLst/>
          </a:prstGeom>
          <a:solidFill>
            <a:schemeClr val="dk2"/>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a:spLocks noGrp="1"/>
          </p:cNvSpPr>
          <p:nvPr>
            <p:ph type="pic" idx="2"/>
          </p:nvPr>
        </p:nvSpPr>
        <p:spPr>
          <a:xfrm>
            <a:off x="0" y="0"/>
            <a:ext cx="9144000" cy="5143500"/>
          </a:xfrm>
          <a:prstGeom prst="rect">
            <a:avLst/>
          </a:prstGeom>
          <a:noFill/>
          <a:ln>
            <a:noFill/>
          </a:ln>
        </p:spPr>
      </p:sp>
      <p:sp>
        <p:nvSpPr>
          <p:cNvPr id="46" name="Google Shape;46;p10"/>
          <p:cNvSpPr txBox="1">
            <a:spLocks noGrp="1"/>
          </p:cNvSpPr>
          <p:nvPr>
            <p:ph type="title"/>
          </p:nvPr>
        </p:nvSpPr>
        <p:spPr>
          <a:xfrm>
            <a:off x="720000" y="4014450"/>
            <a:ext cx="7704000" cy="572700"/>
          </a:xfrm>
          <a:prstGeom prst="rect">
            <a:avLst/>
          </a:prstGeom>
          <a:solidFill>
            <a:schemeClr val="lt2"/>
          </a:solidFill>
        </p:spPr>
        <p:txBody>
          <a:bodyPr spcFirstLastPara="1" wrap="square" lIns="91425" tIns="91425" rIns="91425" bIns="91425" anchor="t" anchorCtr="0">
            <a:noAutofit/>
          </a:bodyPr>
          <a:lstStyle>
            <a:lvl1pPr lvl="0" algn="ctr" rtl="0">
              <a:spcBef>
                <a:spcPts val="0"/>
              </a:spcBef>
              <a:spcAft>
                <a:spcPts val="0"/>
              </a:spcAft>
              <a:buSzPts val="3000"/>
              <a:buNone/>
              <a:defRPr sz="2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txBox="1">
            <a:spLocks noGrp="1"/>
          </p:cNvSpPr>
          <p:nvPr>
            <p:ph type="title" hasCustomPrompt="1"/>
          </p:nvPr>
        </p:nvSpPr>
        <p:spPr>
          <a:xfrm>
            <a:off x="1284000" y="1291175"/>
            <a:ext cx="6576000" cy="14826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72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9" name="Google Shape;49;p11"/>
          <p:cNvSpPr txBox="1">
            <a:spLocks noGrp="1"/>
          </p:cNvSpPr>
          <p:nvPr>
            <p:ph type="subTitle" idx="1"/>
          </p:nvPr>
        </p:nvSpPr>
        <p:spPr>
          <a:xfrm>
            <a:off x="1763275" y="3132575"/>
            <a:ext cx="5617500" cy="4971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1"/>
        <p:cNvGrpSpPr/>
        <p:nvPr/>
      </p:nvGrpSpPr>
      <p:grpSpPr>
        <a:xfrm>
          <a:off x="0" y="0"/>
          <a:ext cx="0" cy="0"/>
          <a:chOff x="0" y="0"/>
          <a:chExt cx="0" cy="0"/>
        </a:xfrm>
      </p:grpSpPr>
      <p:sp>
        <p:nvSpPr>
          <p:cNvPr id="52" name="Google Shape;5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13"/>
          <p:cNvSpPr txBox="1">
            <a:spLocks noGrp="1"/>
          </p:cNvSpPr>
          <p:nvPr>
            <p:ph type="title" idx="2" hasCustomPrompt="1"/>
          </p:nvPr>
        </p:nvSpPr>
        <p:spPr>
          <a:xfrm>
            <a:off x="835450" y="139045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a:spLocks noGrp="1"/>
          </p:cNvSpPr>
          <p:nvPr>
            <p:ph type="title" idx="3" hasCustomPrompt="1"/>
          </p:nvPr>
        </p:nvSpPr>
        <p:spPr>
          <a:xfrm>
            <a:off x="835450" y="282573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title" idx="4" hasCustomPrompt="1"/>
          </p:nvPr>
        </p:nvSpPr>
        <p:spPr>
          <a:xfrm>
            <a:off x="3534721" y="139045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title" idx="5" hasCustomPrompt="1"/>
          </p:nvPr>
        </p:nvSpPr>
        <p:spPr>
          <a:xfrm>
            <a:off x="3534721" y="282573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title" idx="6" hasCustomPrompt="1"/>
          </p:nvPr>
        </p:nvSpPr>
        <p:spPr>
          <a:xfrm>
            <a:off x="6234000" y="139045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title" idx="7" hasCustomPrompt="1"/>
          </p:nvPr>
        </p:nvSpPr>
        <p:spPr>
          <a:xfrm>
            <a:off x="6234000" y="282573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subTitle" idx="1"/>
          </p:nvPr>
        </p:nvSpPr>
        <p:spPr>
          <a:xfrm>
            <a:off x="720000" y="1973662"/>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0" name="Google Shape;60;p13"/>
          <p:cNvSpPr txBox="1">
            <a:spLocks noGrp="1"/>
          </p:cNvSpPr>
          <p:nvPr>
            <p:ph type="subTitle" idx="8"/>
          </p:nvPr>
        </p:nvSpPr>
        <p:spPr>
          <a:xfrm>
            <a:off x="3419271" y="1973662"/>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1" name="Google Shape;61;p13"/>
          <p:cNvSpPr txBox="1">
            <a:spLocks noGrp="1"/>
          </p:cNvSpPr>
          <p:nvPr>
            <p:ph type="subTitle" idx="9"/>
          </p:nvPr>
        </p:nvSpPr>
        <p:spPr>
          <a:xfrm>
            <a:off x="6118549" y="1973662"/>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2" name="Google Shape;62;p13"/>
          <p:cNvSpPr txBox="1">
            <a:spLocks noGrp="1"/>
          </p:cNvSpPr>
          <p:nvPr>
            <p:ph type="subTitle" idx="13"/>
          </p:nvPr>
        </p:nvSpPr>
        <p:spPr>
          <a:xfrm>
            <a:off x="720000" y="3405300"/>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3" name="Google Shape;63;p13"/>
          <p:cNvSpPr txBox="1">
            <a:spLocks noGrp="1"/>
          </p:cNvSpPr>
          <p:nvPr>
            <p:ph type="subTitle" idx="14"/>
          </p:nvPr>
        </p:nvSpPr>
        <p:spPr>
          <a:xfrm>
            <a:off x="3419271" y="3405300"/>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4" name="Google Shape;64;p13"/>
          <p:cNvSpPr txBox="1">
            <a:spLocks noGrp="1"/>
          </p:cNvSpPr>
          <p:nvPr>
            <p:ph type="subTitle" idx="15"/>
          </p:nvPr>
        </p:nvSpPr>
        <p:spPr>
          <a:xfrm>
            <a:off x="6118549" y="3405300"/>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65" name="Google Shape;65;p13"/>
          <p:cNvPicPr preferRelativeResize="0"/>
          <p:nvPr/>
        </p:nvPicPr>
        <p:blipFill rotWithShape="1">
          <a:blip r:embed="rId2">
            <a:alphaModFix/>
          </a:blip>
          <a:srcRect t="61776"/>
          <a:stretch/>
        </p:blipFill>
        <p:spPr>
          <a:xfrm>
            <a:off x="25" y="4344050"/>
            <a:ext cx="9144003" cy="799451"/>
          </a:xfrm>
          <a:prstGeom prst="rect">
            <a:avLst/>
          </a:prstGeom>
          <a:noFill/>
          <a:ln>
            <a:noFill/>
          </a:ln>
        </p:spPr>
      </p:pic>
      <p:sp>
        <p:nvSpPr>
          <p:cNvPr id="66" name="Google Shape;66;p13"/>
          <p:cNvSpPr/>
          <p:nvPr/>
        </p:nvSpPr>
        <p:spPr>
          <a:xfrm rot="5400000" flipH="1">
            <a:off x="-1744899" y="4063103"/>
            <a:ext cx="5215056" cy="5113284"/>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698500" y="3151600"/>
            <a:ext cx="4974300" cy="661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69" name="Google Shape;69;p14"/>
          <p:cNvSpPr txBox="1">
            <a:spLocks noGrp="1"/>
          </p:cNvSpPr>
          <p:nvPr>
            <p:ph type="subTitle" idx="1"/>
          </p:nvPr>
        </p:nvSpPr>
        <p:spPr>
          <a:xfrm>
            <a:off x="698500" y="1330113"/>
            <a:ext cx="4974300" cy="18633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27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CUSTOM_10">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2376250" y="2092425"/>
            <a:ext cx="4391400" cy="151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2" name="Google Shape;72;p15"/>
          <p:cNvSpPr txBox="1">
            <a:spLocks noGrp="1"/>
          </p:cNvSpPr>
          <p:nvPr>
            <p:ph type="title" idx="2" hasCustomPrompt="1"/>
          </p:nvPr>
        </p:nvSpPr>
        <p:spPr>
          <a:xfrm>
            <a:off x="3790850" y="1038725"/>
            <a:ext cx="1318500" cy="9159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73" name="Google Shape;73;p15"/>
          <p:cNvSpPr/>
          <p:nvPr/>
        </p:nvSpPr>
        <p:spPr>
          <a:xfrm rot="-7673915">
            <a:off x="6697485" y="-3048286"/>
            <a:ext cx="5215501" cy="511372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2">
  <p:cSld name="CUSTOM_10_1">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972050" y="2338425"/>
            <a:ext cx="4535700" cy="1511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6" name="Google Shape;76;p16"/>
          <p:cNvSpPr txBox="1">
            <a:spLocks noGrp="1"/>
          </p:cNvSpPr>
          <p:nvPr>
            <p:ph type="title" idx="2" hasCustomPrompt="1"/>
          </p:nvPr>
        </p:nvSpPr>
        <p:spPr>
          <a:xfrm>
            <a:off x="4189350" y="1165325"/>
            <a:ext cx="1318500" cy="915900"/>
          </a:xfrm>
          <a:prstGeom prst="rect">
            <a:avLst/>
          </a:prstGeom>
          <a:solidFill>
            <a:schemeClr val="dk2"/>
          </a:solidFill>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720000" y="1265675"/>
            <a:ext cx="3929700" cy="1657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9" name="Google Shape;79;p17"/>
          <p:cNvSpPr txBox="1">
            <a:spLocks noGrp="1"/>
          </p:cNvSpPr>
          <p:nvPr>
            <p:ph type="subTitle" idx="1"/>
          </p:nvPr>
        </p:nvSpPr>
        <p:spPr>
          <a:xfrm>
            <a:off x="720000" y="2914825"/>
            <a:ext cx="3929700" cy="963000"/>
          </a:xfrm>
          <a:prstGeom prst="rect">
            <a:avLst/>
          </a:prstGeom>
          <a:solidFill>
            <a:schemeClr val="dk2"/>
          </a:solidFill>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0" name="Google Shape;80;p17"/>
          <p:cNvSpPr>
            <a:spLocks noGrp="1"/>
          </p:cNvSpPr>
          <p:nvPr>
            <p:ph type="pic" idx="2"/>
          </p:nvPr>
        </p:nvSpPr>
        <p:spPr>
          <a:xfrm>
            <a:off x="5166833" y="0"/>
            <a:ext cx="3672300" cy="51435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872400" y="1637550"/>
            <a:ext cx="2928300" cy="1063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3" name="Google Shape;83;p18"/>
          <p:cNvSpPr txBox="1">
            <a:spLocks noGrp="1"/>
          </p:cNvSpPr>
          <p:nvPr>
            <p:ph type="subTitle" idx="1"/>
          </p:nvPr>
        </p:nvSpPr>
        <p:spPr>
          <a:xfrm>
            <a:off x="872400" y="2700750"/>
            <a:ext cx="2928300" cy="805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pic>
        <p:nvPicPr>
          <p:cNvPr id="84" name="Google Shape;84;p18"/>
          <p:cNvPicPr preferRelativeResize="0"/>
          <p:nvPr/>
        </p:nvPicPr>
        <p:blipFill rotWithShape="1">
          <a:blip r:embed="rId2">
            <a:alphaModFix/>
          </a:blip>
          <a:srcRect l="39171" r="5368"/>
          <a:stretch/>
        </p:blipFill>
        <p:spPr>
          <a:xfrm>
            <a:off x="6138774" y="0"/>
            <a:ext cx="3005225" cy="5143499"/>
          </a:xfrm>
          <a:prstGeom prst="rect">
            <a:avLst/>
          </a:prstGeom>
          <a:noFill/>
          <a:ln>
            <a:noFill/>
          </a:ln>
        </p:spPr>
      </p:pic>
      <p:sp>
        <p:nvSpPr>
          <p:cNvPr id="85" name="Google Shape;85;p18"/>
          <p:cNvSpPr/>
          <p:nvPr/>
        </p:nvSpPr>
        <p:spPr>
          <a:xfrm flipH="1">
            <a:off x="5785556" y="2848489"/>
            <a:ext cx="4270815" cy="4187470"/>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86"/>
        <p:cNvGrpSpPr/>
        <p:nvPr/>
      </p:nvGrpSpPr>
      <p:grpSpPr>
        <a:xfrm>
          <a:off x="0" y="0"/>
          <a:ext cx="0" cy="0"/>
          <a:chOff x="0" y="0"/>
          <a:chExt cx="0" cy="0"/>
        </a:xfrm>
      </p:grpSpPr>
      <p:sp>
        <p:nvSpPr>
          <p:cNvPr id="87" name="Google Shape;87;p19"/>
          <p:cNvSpPr txBox="1">
            <a:spLocks noGrp="1"/>
          </p:cNvSpPr>
          <p:nvPr>
            <p:ph type="title"/>
          </p:nvPr>
        </p:nvSpPr>
        <p:spPr>
          <a:xfrm>
            <a:off x="4989600" y="1501200"/>
            <a:ext cx="2916600" cy="1060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8" name="Google Shape;88;p19"/>
          <p:cNvSpPr txBox="1">
            <a:spLocks noGrp="1"/>
          </p:cNvSpPr>
          <p:nvPr>
            <p:ph type="subTitle" idx="1"/>
          </p:nvPr>
        </p:nvSpPr>
        <p:spPr>
          <a:xfrm>
            <a:off x="4989750" y="2562000"/>
            <a:ext cx="2916600" cy="8067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pic>
        <p:nvPicPr>
          <p:cNvPr id="89" name="Google Shape;89;p19"/>
          <p:cNvPicPr preferRelativeResize="0"/>
          <p:nvPr/>
        </p:nvPicPr>
        <p:blipFill rotWithShape="1">
          <a:blip r:embed="rId2">
            <a:alphaModFix/>
          </a:blip>
          <a:srcRect l="39171" r="5368"/>
          <a:stretch/>
        </p:blipFill>
        <p:spPr>
          <a:xfrm flipH="1">
            <a:off x="-19251" y="0"/>
            <a:ext cx="3005225" cy="5143499"/>
          </a:xfrm>
          <a:prstGeom prst="rect">
            <a:avLst/>
          </a:prstGeom>
          <a:noFill/>
          <a:ln>
            <a:noFill/>
          </a:ln>
        </p:spPr>
      </p:pic>
      <p:sp>
        <p:nvSpPr>
          <p:cNvPr id="90" name="Google Shape;90;p19"/>
          <p:cNvSpPr/>
          <p:nvPr/>
        </p:nvSpPr>
        <p:spPr>
          <a:xfrm rot="10800000" flipH="1">
            <a:off x="-978420" y="-2034614"/>
            <a:ext cx="4270815" cy="4187470"/>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91"/>
        <p:cNvGrpSpPr/>
        <p:nvPr/>
      </p:nvGrpSpPr>
      <p:grpSpPr>
        <a:xfrm>
          <a:off x="0" y="0"/>
          <a:ext cx="0" cy="0"/>
          <a:chOff x="0" y="0"/>
          <a:chExt cx="0" cy="0"/>
        </a:xfrm>
      </p:grpSpPr>
      <p:sp>
        <p:nvSpPr>
          <p:cNvPr id="92" name="Google Shape;92;p20"/>
          <p:cNvSpPr txBox="1">
            <a:spLocks noGrp="1"/>
          </p:cNvSpPr>
          <p:nvPr>
            <p:ph type="title"/>
          </p:nvPr>
        </p:nvSpPr>
        <p:spPr>
          <a:xfrm>
            <a:off x="2186903" y="1291825"/>
            <a:ext cx="4770000" cy="106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4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93" name="Google Shape;93;p20"/>
          <p:cNvSpPr txBox="1">
            <a:spLocks noGrp="1"/>
          </p:cNvSpPr>
          <p:nvPr>
            <p:ph type="subTitle" idx="1"/>
          </p:nvPr>
        </p:nvSpPr>
        <p:spPr>
          <a:xfrm>
            <a:off x="1556200" y="2352625"/>
            <a:ext cx="6031800" cy="9981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1200"/>
              <a:buNone/>
              <a:defRPr sz="1600">
                <a:solidFill>
                  <a:schemeClr val="hlink"/>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4" name="Google Shape;94;p20"/>
          <p:cNvSpPr/>
          <p:nvPr/>
        </p:nvSpPr>
        <p:spPr>
          <a:xfrm rot="6519108">
            <a:off x="-2497629" y="-2809306"/>
            <a:ext cx="5215585" cy="5113803"/>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5" name="Google Shape;95;p20"/>
          <p:cNvPicPr preferRelativeResize="0"/>
          <p:nvPr/>
        </p:nvPicPr>
        <p:blipFill rotWithShape="1">
          <a:blip r:embed="rId2">
            <a:alphaModFix/>
          </a:blip>
          <a:srcRect t="10127" b="45416"/>
          <a:stretch/>
        </p:blipFill>
        <p:spPr>
          <a:xfrm rot="10800000" flipH="1">
            <a:off x="0" y="3301076"/>
            <a:ext cx="9144003" cy="1900699"/>
          </a:xfrm>
          <a:prstGeom prst="rect">
            <a:avLst/>
          </a:prstGeom>
          <a:noFill/>
          <a:ln>
            <a:noFill/>
          </a:ln>
        </p:spPr>
      </p:pic>
      <p:sp>
        <p:nvSpPr>
          <p:cNvPr id="96" name="Google Shape;96;p20"/>
          <p:cNvSpPr/>
          <p:nvPr/>
        </p:nvSpPr>
        <p:spPr>
          <a:xfrm rot="-5400000" flipH="1">
            <a:off x="6553624" y="3244766"/>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97"/>
        <p:cNvGrpSpPr/>
        <p:nvPr/>
      </p:nvGrpSpPr>
      <p:grpSpPr>
        <a:xfrm>
          <a:off x="0" y="0"/>
          <a:ext cx="0" cy="0"/>
          <a:chOff x="0" y="0"/>
          <a:chExt cx="0" cy="0"/>
        </a:xfrm>
      </p:grpSpPr>
      <p:sp>
        <p:nvSpPr>
          <p:cNvPr id="98" name="Google Shape;98;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99" name="Google Shape;99;p21"/>
          <p:cNvPicPr preferRelativeResize="0"/>
          <p:nvPr/>
        </p:nvPicPr>
        <p:blipFill rotWithShape="1">
          <a:blip r:embed="rId2">
            <a:alphaModFix/>
          </a:blip>
          <a:srcRect t="61776"/>
          <a:stretch/>
        </p:blipFill>
        <p:spPr>
          <a:xfrm>
            <a:off x="25" y="4344050"/>
            <a:ext cx="9144003" cy="799451"/>
          </a:xfrm>
          <a:prstGeom prst="rect">
            <a:avLst/>
          </a:prstGeom>
          <a:noFill/>
          <a:ln>
            <a:noFill/>
          </a:ln>
        </p:spPr>
      </p:pic>
      <p:sp>
        <p:nvSpPr>
          <p:cNvPr id="100" name="Google Shape;100;p21"/>
          <p:cNvSpPr/>
          <p:nvPr/>
        </p:nvSpPr>
        <p:spPr>
          <a:xfrm rot="-5400000" flipH="1">
            <a:off x="7211523" y="3053047"/>
            <a:ext cx="4099350" cy="401935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2">
  <p:cSld name="CUSTOM_11_1">
    <p:spTree>
      <p:nvGrpSpPr>
        <p:cNvPr id="1" name="Shape 101"/>
        <p:cNvGrpSpPr/>
        <p:nvPr/>
      </p:nvGrpSpPr>
      <p:grpSpPr>
        <a:xfrm>
          <a:off x="0" y="0"/>
          <a:ext cx="0" cy="0"/>
          <a:chOff x="0" y="0"/>
          <a:chExt cx="0" cy="0"/>
        </a:xfrm>
      </p:grpSpPr>
      <p:sp>
        <p:nvSpPr>
          <p:cNvPr id="102" name="Google Shape;102;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103" name="Google Shape;103;p22"/>
          <p:cNvPicPr preferRelativeResize="0"/>
          <p:nvPr/>
        </p:nvPicPr>
        <p:blipFill rotWithShape="1">
          <a:blip r:embed="rId2">
            <a:alphaModFix/>
          </a:blip>
          <a:srcRect t="61776"/>
          <a:stretch/>
        </p:blipFill>
        <p:spPr>
          <a:xfrm flipH="1">
            <a:off x="25" y="4878926"/>
            <a:ext cx="9144003" cy="264574"/>
          </a:xfrm>
          <a:prstGeom prst="rect">
            <a:avLst/>
          </a:prstGeom>
          <a:noFill/>
          <a:ln>
            <a:noFill/>
          </a:ln>
        </p:spPr>
      </p:pic>
      <p:sp>
        <p:nvSpPr>
          <p:cNvPr id="104" name="Google Shape;104;p22"/>
          <p:cNvSpPr/>
          <p:nvPr/>
        </p:nvSpPr>
        <p:spPr>
          <a:xfrm rot="5400000">
            <a:off x="-1810077" y="3134979"/>
            <a:ext cx="4099350" cy="401935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05"/>
        <p:cNvGrpSpPr/>
        <p:nvPr/>
      </p:nvGrpSpPr>
      <p:grpSpPr>
        <a:xfrm>
          <a:off x="0" y="0"/>
          <a:ext cx="0" cy="0"/>
          <a:chOff x="0" y="0"/>
          <a:chExt cx="0" cy="0"/>
        </a:xfrm>
      </p:grpSpPr>
      <p:sp>
        <p:nvSpPr>
          <p:cNvPr id="106" name="Google Shape;106;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7" name="Google Shape;107;p23"/>
          <p:cNvSpPr txBox="1">
            <a:spLocks noGrp="1"/>
          </p:cNvSpPr>
          <p:nvPr>
            <p:ph type="subTitle" idx="1"/>
          </p:nvPr>
        </p:nvSpPr>
        <p:spPr>
          <a:xfrm>
            <a:off x="5012625" y="2743300"/>
            <a:ext cx="2460900" cy="15876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8" name="Google Shape;108;p23"/>
          <p:cNvSpPr txBox="1">
            <a:spLocks noGrp="1"/>
          </p:cNvSpPr>
          <p:nvPr>
            <p:ph type="subTitle" idx="2"/>
          </p:nvPr>
        </p:nvSpPr>
        <p:spPr>
          <a:xfrm>
            <a:off x="1670450" y="2743300"/>
            <a:ext cx="2460900" cy="15876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9" name="Google Shape;109;p23"/>
          <p:cNvSpPr txBox="1">
            <a:spLocks noGrp="1"/>
          </p:cNvSpPr>
          <p:nvPr>
            <p:ph type="subTitle" idx="3"/>
          </p:nvPr>
        </p:nvSpPr>
        <p:spPr>
          <a:xfrm>
            <a:off x="1670450" y="2287087"/>
            <a:ext cx="2460900" cy="495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0" name="Google Shape;110;p23"/>
          <p:cNvSpPr txBox="1">
            <a:spLocks noGrp="1"/>
          </p:cNvSpPr>
          <p:nvPr>
            <p:ph type="subTitle" idx="4"/>
          </p:nvPr>
        </p:nvSpPr>
        <p:spPr>
          <a:xfrm>
            <a:off x="5012649" y="2287087"/>
            <a:ext cx="2460900" cy="495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111" name="Google Shape;111;p23"/>
          <p:cNvPicPr preferRelativeResize="0"/>
          <p:nvPr/>
        </p:nvPicPr>
        <p:blipFill rotWithShape="1">
          <a:blip r:embed="rId2">
            <a:alphaModFix/>
          </a:blip>
          <a:srcRect t="61776"/>
          <a:stretch/>
        </p:blipFill>
        <p:spPr>
          <a:xfrm flipH="1">
            <a:off x="25" y="4878926"/>
            <a:ext cx="9144003" cy="264574"/>
          </a:xfrm>
          <a:prstGeom prst="rect">
            <a:avLst/>
          </a:prstGeom>
          <a:noFill/>
          <a:ln>
            <a:noFill/>
          </a:ln>
        </p:spPr>
      </p:pic>
      <p:sp>
        <p:nvSpPr>
          <p:cNvPr id="112" name="Google Shape;112;p23"/>
          <p:cNvSpPr/>
          <p:nvPr/>
        </p:nvSpPr>
        <p:spPr>
          <a:xfrm rot="-5400000" flipH="1">
            <a:off x="7089950" y="-2601215"/>
            <a:ext cx="5397188" cy="5291862"/>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13"/>
        <p:cNvGrpSpPr/>
        <p:nvPr/>
      </p:nvGrpSpPr>
      <p:grpSpPr>
        <a:xfrm>
          <a:off x="0" y="0"/>
          <a:ext cx="0" cy="0"/>
          <a:chOff x="0" y="0"/>
          <a:chExt cx="0" cy="0"/>
        </a:xfrm>
      </p:grpSpPr>
      <p:sp>
        <p:nvSpPr>
          <p:cNvPr id="114" name="Google Shape;114;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5" name="Google Shape;115;p24"/>
          <p:cNvSpPr txBox="1">
            <a:spLocks noGrp="1"/>
          </p:cNvSpPr>
          <p:nvPr>
            <p:ph type="subTitle" idx="1"/>
          </p:nvPr>
        </p:nvSpPr>
        <p:spPr>
          <a:xfrm>
            <a:off x="4947756" y="1667625"/>
            <a:ext cx="3040800" cy="20685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24"/>
          <p:cNvSpPr txBox="1">
            <a:spLocks noGrp="1"/>
          </p:cNvSpPr>
          <p:nvPr>
            <p:ph type="subTitle" idx="2"/>
          </p:nvPr>
        </p:nvSpPr>
        <p:spPr>
          <a:xfrm>
            <a:off x="1155450" y="1667625"/>
            <a:ext cx="3040800" cy="20685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pic>
        <p:nvPicPr>
          <p:cNvPr id="117" name="Google Shape;117;p24"/>
          <p:cNvPicPr preferRelativeResize="0"/>
          <p:nvPr/>
        </p:nvPicPr>
        <p:blipFill rotWithShape="1">
          <a:blip r:embed="rId2">
            <a:alphaModFix/>
          </a:blip>
          <a:srcRect t="61776"/>
          <a:stretch/>
        </p:blipFill>
        <p:spPr>
          <a:xfrm>
            <a:off x="25" y="4344050"/>
            <a:ext cx="9144003" cy="799451"/>
          </a:xfrm>
          <a:prstGeom prst="rect">
            <a:avLst/>
          </a:prstGeom>
          <a:noFill/>
          <a:ln>
            <a:noFill/>
          </a:ln>
        </p:spPr>
      </p:pic>
      <p:sp>
        <p:nvSpPr>
          <p:cNvPr id="118" name="Google Shape;118;p24"/>
          <p:cNvSpPr/>
          <p:nvPr/>
        </p:nvSpPr>
        <p:spPr>
          <a:xfrm rot="5400000" flipH="1">
            <a:off x="-1744899" y="4063103"/>
            <a:ext cx="5215056" cy="5113284"/>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9"/>
        <p:cNvGrpSpPr/>
        <p:nvPr/>
      </p:nvGrpSpPr>
      <p:grpSpPr>
        <a:xfrm>
          <a:off x="0" y="0"/>
          <a:ext cx="0" cy="0"/>
          <a:chOff x="0" y="0"/>
          <a:chExt cx="0" cy="0"/>
        </a:xfrm>
      </p:grpSpPr>
      <p:sp>
        <p:nvSpPr>
          <p:cNvPr id="120" name="Google Shape;120;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1" name="Google Shape;121;p25"/>
          <p:cNvSpPr txBox="1">
            <a:spLocks noGrp="1"/>
          </p:cNvSpPr>
          <p:nvPr>
            <p:ph type="subTitle" idx="1"/>
          </p:nvPr>
        </p:nvSpPr>
        <p:spPr>
          <a:xfrm>
            <a:off x="937625" y="2664950"/>
            <a:ext cx="2175300" cy="131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2" name="Google Shape;122;p25"/>
          <p:cNvSpPr txBox="1">
            <a:spLocks noGrp="1"/>
          </p:cNvSpPr>
          <p:nvPr>
            <p:ph type="subTitle" idx="2"/>
          </p:nvPr>
        </p:nvSpPr>
        <p:spPr>
          <a:xfrm>
            <a:off x="3484347" y="2664950"/>
            <a:ext cx="2175300" cy="131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 name="Google Shape;123;p25"/>
          <p:cNvSpPr txBox="1">
            <a:spLocks noGrp="1"/>
          </p:cNvSpPr>
          <p:nvPr>
            <p:ph type="subTitle" idx="3"/>
          </p:nvPr>
        </p:nvSpPr>
        <p:spPr>
          <a:xfrm>
            <a:off x="6031075" y="2664950"/>
            <a:ext cx="2175300" cy="131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4" name="Google Shape;124;p25"/>
          <p:cNvSpPr txBox="1">
            <a:spLocks noGrp="1"/>
          </p:cNvSpPr>
          <p:nvPr>
            <p:ph type="subTitle" idx="4"/>
          </p:nvPr>
        </p:nvSpPr>
        <p:spPr>
          <a:xfrm>
            <a:off x="937625" y="2252455"/>
            <a:ext cx="2175300" cy="45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5" name="Google Shape;125;p25"/>
          <p:cNvSpPr txBox="1">
            <a:spLocks noGrp="1"/>
          </p:cNvSpPr>
          <p:nvPr>
            <p:ph type="subTitle" idx="5"/>
          </p:nvPr>
        </p:nvSpPr>
        <p:spPr>
          <a:xfrm>
            <a:off x="3484350" y="2252455"/>
            <a:ext cx="2175300" cy="45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6" name="Google Shape;126;p25"/>
          <p:cNvSpPr txBox="1">
            <a:spLocks noGrp="1"/>
          </p:cNvSpPr>
          <p:nvPr>
            <p:ph type="subTitle" idx="6"/>
          </p:nvPr>
        </p:nvSpPr>
        <p:spPr>
          <a:xfrm>
            <a:off x="6031075" y="2252455"/>
            <a:ext cx="2175300" cy="45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127" name="Google Shape;127;p25"/>
          <p:cNvPicPr preferRelativeResize="0"/>
          <p:nvPr/>
        </p:nvPicPr>
        <p:blipFill rotWithShape="1">
          <a:blip r:embed="rId2">
            <a:alphaModFix/>
          </a:blip>
          <a:srcRect t="61776"/>
          <a:stretch/>
        </p:blipFill>
        <p:spPr>
          <a:xfrm flipH="1">
            <a:off x="25" y="4344050"/>
            <a:ext cx="9144003" cy="799451"/>
          </a:xfrm>
          <a:prstGeom prst="rect">
            <a:avLst/>
          </a:prstGeom>
          <a:noFill/>
          <a:ln>
            <a:noFill/>
          </a:ln>
        </p:spPr>
      </p:pic>
      <p:sp>
        <p:nvSpPr>
          <p:cNvPr id="128" name="Google Shape;128;p25"/>
          <p:cNvSpPr/>
          <p:nvPr/>
        </p:nvSpPr>
        <p:spPr>
          <a:xfrm rot="-5400000">
            <a:off x="5608776" y="4063103"/>
            <a:ext cx="5215056" cy="5113284"/>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29"/>
        <p:cNvGrpSpPr/>
        <p:nvPr/>
      </p:nvGrpSpPr>
      <p:grpSpPr>
        <a:xfrm>
          <a:off x="0" y="0"/>
          <a:ext cx="0" cy="0"/>
          <a:chOff x="0" y="0"/>
          <a:chExt cx="0" cy="0"/>
        </a:xfrm>
      </p:grpSpPr>
      <p:sp>
        <p:nvSpPr>
          <p:cNvPr id="130" name="Google Shape;130;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1" name="Google Shape;131;p26"/>
          <p:cNvSpPr txBox="1">
            <a:spLocks noGrp="1"/>
          </p:cNvSpPr>
          <p:nvPr>
            <p:ph type="subTitle" idx="1"/>
          </p:nvPr>
        </p:nvSpPr>
        <p:spPr>
          <a:xfrm>
            <a:off x="1786624" y="19775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2" name="Google Shape;132;p26"/>
          <p:cNvSpPr txBox="1">
            <a:spLocks noGrp="1"/>
          </p:cNvSpPr>
          <p:nvPr>
            <p:ph type="subTitle" idx="2"/>
          </p:nvPr>
        </p:nvSpPr>
        <p:spPr>
          <a:xfrm>
            <a:off x="5613176" y="19775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3" name="Google Shape;133;p26"/>
          <p:cNvSpPr txBox="1">
            <a:spLocks noGrp="1"/>
          </p:cNvSpPr>
          <p:nvPr>
            <p:ph type="subTitle" idx="3"/>
          </p:nvPr>
        </p:nvSpPr>
        <p:spPr>
          <a:xfrm>
            <a:off x="1786624" y="36380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4" name="Google Shape;134;p26"/>
          <p:cNvSpPr txBox="1">
            <a:spLocks noGrp="1"/>
          </p:cNvSpPr>
          <p:nvPr>
            <p:ph type="subTitle" idx="4"/>
          </p:nvPr>
        </p:nvSpPr>
        <p:spPr>
          <a:xfrm>
            <a:off x="5613176" y="36380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5" name="Google Shape;135;p26"/>
          <p:cNvSpPr txBox="1">
            <a:spLocks noGrp="1"/>
          </p:cNvSpPr>
          <p:nvPr>
            <p:ph type="subTitle" idx="5"/>
          </p:nvPr>
        </p:nvSpPr>
        <p:spPr>
          <a:xfrm>
            <a:off x="1786624" y="1641968"/>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36" name="Google Shape;136;p26"/>
          <p:cNvSpPr txBox="1">
            <a:spLocks noGrp="1"/>
          </p:cNvSpPr>
          <p:nvPr>
            <p:ph type="subTitle" idx="6"/>
          </p:nvPr>
        </p:nvSpPr>
        <p:spPr>
          <a:xfrm>
            <a:off x="1786624" y="3302618"/>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37" name="Google Shape;137;p26"/>
          <p:cNvSpPr txBox="1">
            <a:spLocks noGrp="1"/>
          </p:cNvSpPr>
          <p:nvPr>
            <p:ph type="subTitle" idx="7"/>
          </p:nvPr>
        </p:nvSpPr>
        <p:spPr>
          <a:xfrm>
            <a:off x="5613149" y="1641968"/>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38" name="Google Shape;138;p26"/>
          <p:cNvSpPr txBox="1">
            <a:spLocks noGrp="1"/>
          </p:cNvSpPr>
          <p:nvPr>
            <p:ph type="subTitle" idx="8"/>
          </p:nvPr>
        </p:nvSpPr>
        <p:spPr>
          <a:xfrm>
            <a:off x="5613149" y="3302618"/>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pic>
        <p:nvPicPr>
          <p:cNvPr id="139" name="Google Shape;139;p26"/>
          <p:cNvPicPr preferRelativeResize="0"/>
          <p:nvPr/>
        </p:nvPicPr>
        <p:blipFill rotWithShape="1">
          <a:blip r:embed="rId2">
            <a:alphaModFix/>
          </a:blip>
          <a:srcRect t="61776"/>
          <a:stretch/>
        </p:blipFill>
        <p:spPr>
          <a:xfrm flipH="1">
            <a:off x="25" y="4878926"/>
            <a:ext cx="9144003" cy="26457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40"/>
        <p:cNvGrpSpPr/>
        <p:nvPr/>
      </p:nvGrpSpPr>
      <p:grpSpPr>
        <a:xfrm>
          <a:off x="0" y="0"/>
          <a:ext cx="0" cy="0"/>
          <a:chOff x="0" y="0"/>
          <a:chExt cx="0" cy="0"/>
        </a:xfrm>
      </p:grpSpPr>
      <p:sp>
        <p:nvSpPr>
          <p:cNvPr id="141" name="Google Shape;141;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2" name="Google Shape;142;p27"/>
          <p:cNvSpPr txBox="1">
            <a:spLocks noGrp="1"/>
          </p:cNvSpPr>
          <p:nvPr>
            <p:ph type="subTitle" idx="1"/>
          </p:nvPr>
        </p:nvSpPr>
        <p:spPr>
          <a:xfrm>
            <a:off x="872900" y="1710151"/>
            <a:ext cx="2259300" cy="8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3" name="Google Shape;143;p27"/>
          <p:cNvSpPr txBox="1">
            <a:spLocks noGrp="1"/>
          </p:cNvSpPr>
          <p:nvPr>
            <p:ph type="subTitle" idx="2"/>
          </p:nvPr>
        </p:nvSpPr>
        <p:spPr>
          <a:xfrm>
            <a:off x="3442351" y="1710151"/>
            <a:ext cx="2259300" cy="8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4" name="Google Shape;144;p27"/>
          <p:cNvSpPr txBox="1">
            <a:spLocks noGrp="1"/>
          </p:cNvSpPr>
          <p:nvPr>
            <p:ph type="subTitle" idx="3"/>
          </p:nvPr>
        </p:nvSpPr>
        <p:spPr>
          <a:xfrm>
            <a:off x="872900" y="3135650"/>
            <a:ext cx="2259300" cy="8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5" name="Google Shape;145;p27"/>
          <p:cNvSpPr txBox="1">
            <a:spLocks noGrp="1"/>
          </p:cNvSpPr>
          <p:nvPr>
            <p:ph type="subTitle" idx="4"/>
          </p:nvPr>
        </p:nvSpPr>
        <p:spPr>
          <a:xfrm>
            <a:off x="3442349" y="3135650"/>
            <a:ext cx="2259300" cy="8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6" name="Google Shape;146;p27"/>
          <p:cNvSpPr txBox="1">
            <a:spLocks noGrp="1"/>
          </p:cNvSpPr>
          <p:nvPr>
            <p:ph type="subTitle" idx="5"/>
          </p:nvPr>
        </p:nvSpPr>
        <p:spPr>
          <a:xfrm>
            <a:off x="6011798" y="1710151"/>
            <a:ext cx="2259300" cy="8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7" name="Google Shape;147;p27"/>
          <p:cNvSpPr txBox="1">
            <a:spLocks noGrp="1"/>
          </p:cNvSpPr>
          <p:nvPr>
            <p:ph type="subTitle" idx="6"/>
          </p:nvPr>
        </p:nvSpPr>
        <p:spPr>
          <a:xfrm>
            <a:off x="6011798" y="3135650"/>
            <a:ext cx="2259300" cy="8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8" name="Google Shape;148;p27"/>
          <p:cNvSpPr txBox="1">
            <a:spLocks noGrp="1"/>
          </p:cNvSpPr>
          <p:nvPr>
            <p:ph type="subTitle" idx="7"/>
          </p:nvPr>
        </p:nvSpPr>
        <p:spPr>
          <a:xfrm>
            <a:off x="872903" y="1381625"/>
            <a:ext cx="22593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49" name="Google Shape;149;p27"/>
          <p:cNvSpPr txBox="1">
            <a:spLocks noGrp="1"/>
          </p:cNvSpPr>
          <p:nvPr>
            <p:ph type="subTitle" idx="8"/>
          </p:nvPr>
        </p:nvSpPr>
        <p:spPr>
          <a:xfrm>
            <a:off x="3442352" y="1381625"/>
            <a:ext cx="22593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50" name="Google Shape;150;p27"/>
          <p:cNvSpPr txBox="1">
            <a:spLocks noGrp="1"/>
          </p:cNvSpPr>
          <p:nvPr>
            <p:ph type="subTitle" idx="9"/>
          </p:nvPr>
        </p:nvSpPr>
        <p:spPr>
          <a:xfrm>
            <a:off x="6011797" y="1381625"/>
            <a:ext cx="22593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51" name="Google Shape;151;p27"/>
          <p:cNvSpPr txBox="1">
            <a:spLocks noGrp="1"/>
          </p:cNvSpPr>
          <p:nvPr>
            <p:ph type="subTitle" idx="13"/>
          </p:nvPr>
        </p:nvSpPr>
        <p:spPr>
          <a:xfrm>
            <a:off x="872903" y="2803907"/>
            <a:ext cx="22593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52" name="Google Shape;152;p27"/>
          <p:cNvSpPr txBox="1">
            <a:spLocks noGrp="1"/>
          </p:cNvSpPr>
          <p:nvPr>
            <p:ph type="subTitle" idx="14"/>
          </p:nvPr>
        </p:nvSpPr>
        <p:spPr>
          <a:xfrm>
            <a:off x="3442352" y="2803907"/>
            <a:ext cx="22593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53" name="Google Shape;153;p27"/>
          <p:cNvSpPr txBox="1">
            <a:spLocks noGrp="1"/>
          </p:cNvSpPr>
          <p:nvPr>
            <p:ph type="subTitle" idx="15"/>
          </p:nvPr>
        </p:nvSpPr>
        <p:spPr>
          <a:xfrm>
            <a:off x="6011797" y="2803907"/>
            <a:ext cx="22593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pic>
        <p:nvPicPr>
          <p:cNvPr id="154" name="Google Shape;154;p27"/>
          <p:cNvPicPr preferRelativeResize="0"/>
          <p:nvPr/>
        </p:nvPicPr>
        <p:blipFill rotWithShape="1">
          <a:blip r:embed="rId2">
            <a:alphaModFix/>
          </a:blip>
          <a:srcRect t="61776"/>
          <a:stretch/>
        </p:blipFill>
        <p:spPr>
          <a:xfrm>
            <a:off x="25" y="4344050"/>
            <a:ext cx="9144003" cy="799451"/>
          </a:xfrm>
          <a:prstGeom prst="rect">
            <a:avLst/>
          </a:prstGeom>
          <a:noFill/>
          <a:ln>
            <a:noFill/>
          </a:ln>
        </p:spPr>
      </p:pic>
      <p:sp>
        <p:nvSpPr>
          <p:cNvPr id="155" name="Google Shape;155;p27"/>
          <p:cNvSpPr/>
          <p:nvPr/>
        </p:nvSpPr>
        <p:spPr>
          <a:xfrm rot="5400000" flipH="1">
            <a:off x="-1744899" y="4063103"/>
            <a:ext cx="5215056" cy="5113284"/>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ive columns">
  <p:cSld name="CUSTOM_7_1">
    <p:spTree>
      <p:nvGrpSpPr>
        <p:cNvPr id="1" name="Shape 156"/>
        <p:cNvGrpSpPr/>
        <p:nvPr/>
      </p:nvGrpSpPr>
      <p:grpSpPr>
        <a:xfrm>
          <a:off x="0" y="0"/>
          <a:ext cx="0" cy="0"/>
          <a:chOff x="0" y="0"/>
          <a:chExt cx="0" cy="0"/>
        </a:xfrm>
      </p:grpSpPr>
      <p:sp>
        <p:nvSpPr>
          <p:cNvPr id="157" name="Google Shape;157;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8" name="Google Shape;158;p28"/>
          <p:cNvSpPr txBox="1">
            <a:spLocks noGrp="1"/>
          </p:cNvSpPr>
          <p:nvPr>
            <p:ph type="subTitle" idx="1"/>
          </p:nvPr>
        </p:nvSpPr>
        <p:spPr>
          <a:xfrm>
            <a:off x="872903" y="1710151"/>
            <a:ext cx="2259300" cy="8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28"/>
          <p:cNvSpPr txBox="1">
            <a:spLocks noGrp="1"/>
          </p:cNvSpPr>
          <p:nvPr>
            <p:ph type="subTitle" idx="2"/>
          </p:nvPr>
        </p:nvSpPr>
        <p:spPr>
          <a:xfrm>
            <a:off x="3442351" y="1710151"/>
            <a:ext cx="2259300" cy="8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28"/>
          <p:cNvSpPr txBox="1">
            <a:spLocks noGrp="1"/>
          </p:cNvSpPr>
          <p:nvPr>
            <p:ph type="subTitle" idx="3"/>
          </p:nvPr>
        </p:nvSpPr>
        <p:spPr>
          <a:xfrm>
            <a:off x="2157627" y="3135650"/>
            <a:ext cx="2259300" cy="8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28"/>
          <p:cNvSpPr txBox="1">
            <a:spLocks noGrp="1"/>
          </p:cNvSpPr>
          <p:nvPr>
            <p:ph type="subTitle" idx="4"/>
          </p:nvPr>
        </p:nvSpPr>
        <p:spPr>
          <a:xfrm>
            <a:off x="6011798" y="1710151"/>
            <a:ext cx="2259300" cy="8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2" name="Google Shape;162;p28"/>
          <p:cNvSpPr txBox="1">
            <a:spLocks noGrp="1"/>
          </p:cNvSpPr>
          <p:nvPr>
            <p:ph type="subTitle" idx="5"/>
          </p:nvPr>
        </p:nvSpPr>
        <p:spPr>
          <a:xfrm>
            <a:off x="4727074" y="3135650"/>
            <a:ext cx="2259300" cy="8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3" name="Google Shape;163;p28"/>
          <p:cNvSpPr txBox="1">
            <a:spLocks noGrp="1"/>
          </p:cNvSpPr>
          <p:nvPr>
            <p:ph type="subTitle" idx="6"/>
          </p:nvPr>
        </p:nvSpPr>
        <p:spPr>
          <a:xfrm>
            <a:off x="872903" y="1381625"/>
            <a:ext cx="22593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64" name="Google Shape;164;p28"/>
          <p:cNvSpPr txBox="1">
            <a:spLocks noGrp="1"/>
          </p:cNvSpPr>
          <p:nvPr>
            <p:ph type="subTitle" idx="7"/>
          </p:nvPr>
        </p:nvSpPr>
        <p:spPr>
          <a:xfrm>
            <a:off x="3442350" y="1381625"/>
            <a:ext cx="22593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65" name="Google Shape;165;p28"/>
          <p:cNvSpPr txBox="1">
            <a:spLocks noGrp="1"/>
          </p:cNvSpPr>
          <p:nvPr>
            <p:ph type="subTitle" idx="8"/>
          </p:nvPr>
        </p:nvSpPr>
        <p:spPr>
          <a:xfrm>
            <a:off x="6011797" y="1381625"/>
            <a:ext cx="22593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66" name="Google Shape;166;p28"/>
          <p:cNvSpPr txBox="1">
            <a:spLocks noGrp="1"/>
          </p:cNvSpPr>
          <p:nvPr>
            <p:ph type="subTitle" idx="9"/>
          </p:nvPr>
        </p:nvSpPr>
        <p:spPr>
          <a:xfrm>
            <a:off x="2157626" y="2803900"/>
            <a:ext cx="22593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67" name="Google Shape;167;p28"/>
          <p:cNvSpPr txBox="1">
            <a:spLocks noGrp="1"/>
          </p:cNvSpPr>
          <p:nvPr>
            <p:ph type="subTitle" idx="13"/>
          </p:nvPr>
        </p:nvSpPr>
        <p:spPr>
          <a:xfrm>
            <a:off x="4727074" y="2803900"/>
            <a:ext cx="22593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2200" b="1">
                <a:solidFill>
                  <a:schemeClr val="dk1"/>
                </a:solidFill>
                <a:latin typeface="Poppins"/>
                <a:ea typeface="Poppins"/>
                <a:cs typeface="Poppins"/>
                <a:sym typeface="Poppins"/>
              </a:defRPr>
            </a:lvl1pPr>
            <a:lvl2pPr lvl="1" algn="ctr" rtl="0">
              <a:lnSpc>
                <a:spcPct val="100000"/>
              </a:lnSpc>
              <a:spcBef>
                <a:spcPts val="0"/>
              </a:spcBef>
              <a:spcAft>
                <a:spcPts val="0"/>
              </a:spcAft>
              <a:buSzPts val="2000"/>
              <a:buFont typeface="Raleway"/>
              <a:buNone/>
              <a:defRPr sz="2000" b="1">
                <a:latin typeface="Raleway"/>
                <a:ea typeface="Raleway"/>
                <a:cs typeface="Raleway"/>
                <a:sym typeface="Raleway"/>
              </a:defRPr>
            </a:lvl2pPr>
            <a:lvl3pPr lvl="2" algn="ctr" rtl="0">
              <a:lnSpc>
                <a:spcPct val="100000"/>
              </a:lnSpc>
              <a:spcBef>
                <a:spcPts val="0"/>
              </a:spcBef>
              <a:spcAft>
                <a:spcPts val="0"/>
              </a:spcAft>
              <a:buSzPts val="2000"/>
              <a:buFont typeface="Raleway"/>
              <a:buNone/>
              <a:defRPr sz="2000" b="1">
                <a:latin typeface="Raleway"/>
                <a:ea typeface="Raleway"/>
                <a:cs typeface="Raleway"/>
                <a:sym typeface="Raleway"/>
              </a:defRPr>
            </a:lvl3pPr>
            <a:lvl4pPr lvl="3" algn="ctr" rtl="0">
              <a:lnSpc>
                <a:spcPct val="100000"/>
              </a:lnSpc>
              <a:spcBef>
                <a:spcPts val="0"/>
              </a:spcBef>
              <a:spcAft>
                <a:spcPts val="0"/>
              </a:spcAft>
              <a:buSzPts val="2000"/>
              <a:buFont typeface="Raleway"/>
              <a:buNone/>
              <a:defRPr sz="2000" b="1">
                <a:latin typeface="Raleway"/>
                <a:ea typeface="Raleway"/>
                <a:cs typeface="Raleway"/>
                <a:sym typeface="Raleway"/>
              </a:defRPr>
            </a:lvl4pPr>
            <a:lvl5pPr lvl="4" algn="ctr" rtl="0">
              <a:lnSpc>
                <a:spcPct val="100000"/>
              </a:lnSpc>
              <a:spcBef>
                <a:spcPts val="0"/>
              </a:spcBef>
              <a:spcAft>
                <a:spcPts val="0"/>
              </a:spcAft>
              <a:buSzPts val="2000"/>
              <a:buFont typeface="Raleway"/>
              <a:buNone/>
              <a:defRPr sz="2000" b="1">
                <a:latin typeface="Raleway"/>
                <a:ea typeface="Raleway"/>
                <a:cs typeface="Raleway"/>
                <a:sym typeface="Raleway"/>
              </a:defRPr>
            </a:lvl5pPr>
            <a:lvl6pPr lvl="5" algn="ctr" rtl="0">
              <a:lnSpc>
                <a:spcPct val="100000"/>
              </a:lnSpc>
              <a:spcBef>
                <a:spcPts val="0"/>
              </a:spcBef>
              <a:spcAft>
                <a:spcPts val="0"/>
              </a:spcAft>
              <a:buSzPts val="2000"/>
              <a:buFont typeface="Raleway"/>
              <a:buNone/>
              <a:defRPr sz="2000" b="1">
                <a:latin typeface="Raleway"/>
                <a:ea typeface="Raleway"/>
                <a:cs typeface="Raleway"/>
                <a:sym typeface="Raleway"/>
              </a:defRPr>
            </a:lvl6pPr>
            <a:lvl7pPr lvl="6" algn="ctr" rtl="0">
              <a:lnSpc>
                <a:spcPct val="100000"/>
              </a:lnSpc>
              <a:spcBef>
                <a:spcPts val="0"/>
              </a:spcBef>
              <a:spcAft>
                <a:spcPts val="0"/>
              </a:spcAft>
              <a:buSzPts val="2000"/>
              <a:buFont typeface="Raleway"/>
              <a:buNone/>
              <a:defRPr sz="2000" b="1">
                <a:latin typeface="Raleway"/>
                <a:ea typeface="Raleway"/>
                <a:cs typeface="Raleway"/>
                <a:sym typeface="Raleway"/>
              </a:defRPr>
            </a:lvl7pPr>
            <a:lvl8pPr lvl="7" algn="ctr" rtl="0">
              <a:lnSpc>
                <a:spcPct val="100000"/>
              </a:lnSpc>
              <a:spcBef>
                <a:spcPts val="0"/>
              </a:spcBef>
              <a:spcAft>
                <a:spcPts val="0"/>
              </a:spcAft>
              <a:buSzPts val="2000"/>
              <a:buFont typeface="Raleway"/>
              <a:buNone/>
              <a:defRPr sz="2000" b="1">
                <a:latin typeface="Raleway"/>
                <a:ea typeface="Raleway"/>
                <a:cs typeface="Raleway"/>
                <a:sym typeface="Raleway"/>
              </a:defRPr>
            </a:lvl8pPr>
            <a:lvl9pPr lvl="8" algn="ctr"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pic>
        <p:nvPicPr>
          <p:cNvPr id="168" name="Google Shape;168;p28"/>
          <p:cNvPicPr preferRelativeResize="0"/>
          <p:nvPr/>
        </p:nvPicPr>
        <p:blipFill rotWithShape="1">
          <a:blip r:embed="rId2">
            <a:alphaModFix/>
          </a:blip>
          <a:srcRect t="61776"/>
          <a:stretch/>
        </p:blipFill>
        <p:spPr>
          <a:xfrm>
            <a:off x="25" y="4344050"/>
            <a:ext cx="9144003" cy="799451"/>
          </a:xfrm>
          <a:prstGeom prst="rect">
            <a:avLst/>
          </a:prstGeom>
          <a:noFill/>
          <a:ln>
            <a:noFill/>
          </a:ln>
        </p:spPr>
      </p:pic>
      <p:sp>
        <p:nvSpPr>
          <p:cNvPr id="169" name="Google Shape;169;p28"/>
          <p:cNvSpPr/>
          <p:nvPr/>
        </p:nvSpPr>
        <p:spPr>
          <a:xfrm rot="-5400000">
            <a:off x="4937451" y="4063103"/>
            <a:ext cx="5215056" cy="5113284"/>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70"/>
        <p:cNvGrpSpPr/>
        <p:nvPr/>
      </p:nvGrpSpPr>
      <p:grpSpPr>
        <a:xfrm>
          <a:off x="0" y="0"/>
          <a:ext cx="0" cy="0"/>
          <a:chOff x="0" y="0"/>
          <a:chExt cx="0" cy="0"/>
        </a:xfrm>
      </p:grpSpPr>
      <p:sp>
        <p:nvSpPr>
          <p:cNvPr id="171" name="Google Shape;171;p29"/>
          <p:cNvSpPr txBox="1">
            <a:spLocks noGrp="1"/>
          </p:cNvSpPr>
          <p:nvPr>
            <p:ph type="title" hasCustomPrompt="1"/>
          </p:nvPr>
        </p:nvSpPr>
        <p:spPr>
          <a:xfrm>
            <a:off x="3749675" y="659101"/>
            <a:ext cx="4083600" cy="597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2" name="Google Shape;172;p29"/>
          <p:cNvSpPr txBox="1">
            <a:spLocks noGrp="1"/>
          </p:cNvSpPr>
          <p:nvPr>
            <p:ph type="subTitle" idx="1"/>
          </p:nvPr>
        </p:nvSpPr>
        <p:spPr>
          <a:xfrm>
            <a:off x="3749675" y="1307347"/>
            <a:ext cx="4083600" cy="4653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73" name="Google Shape;173;p29"/>
          <p:cNvSpPr txBox="1">
            <a:spLocks noGrp="1"/>
          </p:cNvSpPr>
          <p:nvPr>
            <p:ph type="title" idx="2" hasCustomPrompt="1"/>
          </p:nvPr>
        </p:nvSpPr>
        <p:spPr>
          <a:xfrm>
            <a:off x="3749675" y="2014975"/>
            <a:ext cx="4083600" cy="597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4" name="Google Shape;174;p29"/>
          <p:cNvSpPr txBox="1">
            <a:spLocks noGrp="1"/>
          </p:cNvSpPr>
          <p:nvPr>
            <p:ph type="subTitle" idx="3"/>
          </p:nvPr>
        </p:nvSpPr>
        <p:spPr>
          <a:xfrm>
            <a:off x="3749675" y="2663222"/>
            <a:ext cx="4083600" cy="4653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75" name="Google Shape;175;p29"/>
          <p:cNvSpPr txBox="1">
            <a:spLocks noGrp="1"/>
          </p:cNvSpPr>
          <p:nvPr>
            <p:ph type="title" idx="4" hasCustomPrompt="1"/>
          </p:nvPr>
        </p:nvSpPr>
        <p:spPr>
          <a:xfrm>
            <a:off x="3749675" y="3370849"/>
            <a:ext cx="4083600" cy="597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6" name="Google Shape;176;p29"/>
          <p:cNvSpPr txBox="1">
            <a:spLocks noGrp="1"/>
          </p:cNvSpPr>
          <p:nvPr>
            <p:ph type="subTitle" idx="5"/>
          </p:nvPr>
        </p:nvSpPr>
        <p:spPr>
          <a:xfrm>
            <a:off x="3749675" y="4019096"/>
            <a:ext cx="4083600" cy="4653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77"/>
        <p:cNvGrpSpPr/>
        <p:nvPr/>
      </p:nvGrpSpPr>
      <p:grpSpPr>
        <a:xfrm>
          <a:off x="0" y="0"/>
          <a:ext cx="0" cy="0"/>
          <a:chOff x="0" y="0"/>
          <a:chExt cx="0" cy="0"/>
        </a:xfrm>
      </p:grpSpPr>
      <p:sp>
        <p:nvSpPr>
          <p:cNvPr id="178" name="Google Shape;178;p30"/>
          <p:cNvSpPr txBox="1">
            <a:spLocks noGrp="1"/>
          </p:cNvSpPr>
          <p:nvPr>
            <p:ph type="title"/>
          </p:nvPr>
        </p:nvSpPr>
        <p:spPr>
          <a:xfrm>
            <a:off x="2347938" y="677525"/>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7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9" name="Google Shape;179;p30"/>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0" name="Google Shape;180;p30"/>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Archivo"/>
                <a:ea typeface="Archivo"/>
                <a:cs typeface="Archivo"/>
                <a:sym typeface="Archivo"/>
              </a:rPr>
              <a:t>CREDITS:</a:t>
            </a:r>
            <a:r>
              <a:rPr lang="en" sz="1000">
                <a:solidFill>
                  <a:schemeClr val="dk1"/>
                </a:solidFill>
                <a:latin typeface="Archivo"/>
                <a:ea typeface="Archivo"/>
                <a:cs typeface="Archivo"/>
                <a:sym typeface="Archivo"/>
              </a:rPr>
              <a:t> This presentation template was created by </a:t>
            </a:r>
            <a:r>
              <a:rPr lang="en" sz="1000" b="1" u="sng">
                <a:solidFill>
                  <a:schemeClr val="dk1"/>
                </a:solidFill>
                <a:latin typeface="Archivo"/>
                <a:ea typeface="Archivo"/>
                <a:cs typeface="Archivo"/>
                <a:sym typeface="Archivo"/>
                <a:hlinkClick r:id="rId2">
                  <a:extLst>
                    <a:ext uri="{A12FA001-AC4F-418D-AE19-62706E023703}">
                      <ahyp:hlinkClr xmlns:ahyp="http://schemas.microsoft.com/office/drawing/2018/hyperlinkcolor" val="tx"/>
                    </a:ext>
                  </a:extLst>
                </a:hlinkClick>
              </a:rPr>
              <a:t>Slidesgo</a:t>
            </a:r>
            <a:r>
              <a:rPr lang="en" sz="1000">
                <a:solidFill>
                  <a:schemeClr val="dk1"/>
                </a:solidFill>
                <a:latin typeface="Archivo"/>
                <a:ea typeface="Archivo"/>
                <a:cs typeface="Archivo"/>
                <a:sym typeface="Archivo"/>
              </a:rPr>
              <a:t>, and includes icons by </a:t>
            </a:r>
            <a:r>
              <a:rPr lang="en" sz="1000" b="1" u="sng">
                <a:solidFill>
                  <a:schemeClr val="dk1"/>
                </a:solidFill>
                <a:latin typeface="Archivo"/>
                <a:ea typeface="Archivo"/>
                <a:cs typeface="Archivo"/>
                <a:sym typeface="Archivo"/>
                <a:hlinkClick r:id="rId3">
                  <a:extLst>
                    <a:ext uri="{A12FA001-AC4F-418D-AE19-62706E023703}">
                      <ahyp:hlinkClr xmlns:ahyp="http://schemas.microsoft.com/office/drawing/2018/hyperlinkcolor" val="tx"/>
                    </a:ext>
                  </a:extLst>
                </a:hlinkClick>
              </a:rPr>
              <a:t>Flaticon</a:t>
            </a:r>
            <a:r>
              <a:rPr lang="en" sz="1000">
                <a:solidFill>
                  <a:schemeClr val="dk1"/>
                </a:solidFill>
                <a:latin typeface="Archivo"/>
                <a:ea typeface="Archivo"/>
                <a:cs typeface="Archivo"/>
                <a:sym typeface="Archivo"/>
              </a:rPr>
              <a:t>, and infographics &amp; images by </a:t>
            </a:r>
            <a:r>
              <a:rPr lang="en" sz="1000" b="1" u="sng">
                <a:solidFill>
                  <a:schemeClr val="dk1"/>
                </a:solidFill>
                <a:latin typeface="Archivo"/>
                <a:ea typeface="Archivo"/>
                <a:cs typeface="Archivo"/>
                <a:sym typeface="Archivo"/>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Archivo"/>
                <a:ea typeface="Archivo"/>
                <a:cs typeface="Archivo"/>
                <a:sym typeface="Archivo"/>
              </a:rPr>
              <a:t> </a:t>
            </a:r>
            <a:endParaRPr sz="1000" b="1" u="sng">
              <a:solidFill>
                <a:schemeClr val="dk1"/>
              </a:solidFill>
              <a:latin typeface="Archivo"/>
              <a:ea typeface="Archivo"/>
              <a:cs typeface="Archivo"/>
              <a:sym typeface="Archivo"/>
            </a:endParaRPr>
          </a:p>
        </p:txBody>
      </p:sp>
      <p:pic>
        <p:nvPicPr>
          <p:cNvPr id="181" name="Google Shape;181;p30"/>
          <p:cNvPicPr preferRelativeResize="0"/>
          <p:nvPr/>
        </p:nvPicPr>
        <p:blipFill rotWithShape="1">
          <a:blip r:embed="rId5">
            <a:alphaModFix/>
          </a:blip>
          <a:srcRect t="10127" b="45416"/>
          <a:stretch/>
        </p:blipFill>
        <p:spPr>
          <a:xfrm rot="5400000">
            <a:off x="5492132" y="1594201"/>
            <a:ext cx="5380101" cy="1955100"/>
          </a:xfrm>
          <a:prstGeom prst="rect">
            <a:avLst/>
          </a:prstGeom>
          <a:noFill/>
          <a:ln>
            <a:noFill/>
          </a:ln>
        </p:spPr>
      </p:pic>
      <p:pic>
        <p:nvPicPr>
          <p:cNvPr id="182" name="Google Shape;182;p30"/>
          <p:cNvPicPr preferRelativeResize="0"/>
          <p:nvPr/>
        </p:nvPicPr>
        <p:blipFill rotWithShape="1">
          <a:blip r:embed="rId5">
            <a:alphaModFix/>
          </a:blip>
          <a:srcRect t="10127" b="45416"/>
          <a:stretch/>
        </p:blipFill>
        <p:spPr>
          <a:xfrm rot="-5400000" flipH="1">
            <a:off x="-1728233" y="1594201"/>
            <a:ext cx="5380101" cy="19551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83"/>
        <p:cNvGrpSpPr/>
        <p:nvPr/>
      </p:nvGrpSpPr>
      <p:grpSpPr>
        <a:xfrm>
          <a:off x="0" y="0"/>
          <a:ext cx="0" cy="0"/>
          <a:chOff x="0" y="0"/>
          <a:chExt cx="0" cy="0"/>
        </a:xfrm>
      </p:grpSpPr>
      <p:pic>
        <p:nvPicPr>
          <p:cNvPr id="184" name="Google Shape;184;p31"/>
          <p:cNvPicPr preferRelativeResize="0"/>
          <p:nvPr/>
        </p:nvPicPr>
        <p:blipFill rotWithShape="1">
          <a:blip r:embed="rId2">
            <a:alphaModFix/>
          </a:blip>
          <a:srcRect t="10127" b="45416"/>
          <a:stretch/>
        </p:blipFill>
        <p:spPr>
          <a:xfrm rot="5400000">
            <a:off x="5492132" y="1594201"/>
            <a:ext cx="5380101" cy="1955100"/>
          </a:xfrm>
          <a:prstGeom prst="rect">
            <a:avLst/>
          </a:prstGeom>
          <a:noFill/>
          <a:ln>
            <a:noFill/>
          </a:ln>
        </p:spPr>
      </p:pic>
      <p:pic>
        <p:nvPicPr>
          <p:cNvPr id="185" name="Google Shape;185;p31"/>
          <p:cNvPicPr preferRelativeResize="0"/>
          <p:nvPr/>
        </p:nvPicPr>
        <p:blipFill rotWithShape="1">
          <a:blip r:embed="rId2">
            <a:alphaModFix/>
          </a:blip>
          <a:srcRect t="10127" b="45416"/>
          <a:stretch/>
        </p:blipFill>
        <p:spPr>
          <a:xfrm rot="-5400000" flipH="1">
            <a:off x="-1728233" y="1594201"/>
            <a:ext cx="5380101" cy="19551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6"/>
        <p:cNvGrpSpPr/>
        <p:nvPr/>
      </p:nvGrpSpPr>
      <p:grpSpPr>
        <a:xfrm>
          <a:off x="0" y="0"/>
          <a:ext cx="0" cy="0"/>
          <a:chOff x="0" y="0"/>
          <a:chExt cx="0" cy="0"/>
        </a:xfrm>
      </p:grpSpPr>
      <p:pic>
        <p:nvPicPr>
          <p:cNvPr id="187" name="Google Shape;187;p32"/>
          <p:cNvPicPr preferRelativeResize="0"/>
          <p:nvPr/>
        </p:nvPicPr>
        <p:blipFill rotWithShape="1">
          <a:blip r:embed="rId2">
            <a:alphaModFix/>
          </a:blip>
          <a:srcRect l="39171" r="5368"/>
          <a:stretch/>
        </p:blipFill>
        <p:spPr>
          <a:xfrm>
            <a:off x="6138774" y="0"/>
            <a:ext cx="3005225" cy="5143499"/>
          </a:xfrm>
          <a:prstGeom prst="rect">
            <a:avLst/>
          </a:prstGeom>
          <a:noFill/>
          <a:ln>
            <a:noFill/>
          </a:ln>
        </p:spPr>
      </p:pic>
      <p:sp>
        <p:nvSpPr>
          <p:cNvPr id="188" name="Google Shape;188;p32"/>
          <p:cNvSpPr/>
          <p:nvPr/>
        </p:nvSpPr>
        <p:spPr>
          <a:xfrm flipH="1">
            <a:off x="5785556" y="2848489"/>
            <a:ext cx="4270815" cy="4187470"/>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2pPr>
            <a:lvl3pPr lvl="2"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3pPr>
            <a:lvl4pPr lvl="3"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4pPr>
            <a:lvl5pPr lvl="4"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5pPr>
            <a:lvl6pPr lvl="5"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6pPr>
            <a:lvl7pPr lvl="6"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7pPr>
            <a:lvl8pPr lvl="7"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8pPr>
            <a:lvl9pPr lvl="8"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1pPr>
            <a:lvl2pPr marL="914400" lvl="1"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2pPr>
            <a:lvl3pPr marL="1371600" lvl="2"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3pPr>
            <a:lvl4pPr marL="1828800" lvl="3"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4pPr>
            <a:lvl5pPr marL="2286000" lvl="4"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5pPr>
            <a:lvl6pPr marL="2743200" lvl="5"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6pPr>
            <a:lvl7pPr marL="3200400" lvl="6"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7pPr>
            <a:lvl8pPr marL="3657600" lvl="7"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8pPr>
            <a:lvl9pPr marL="4114800" lvl="8"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3"/>
          <p:cNvSpPr txBox="1">
            <a:spLocks noGrp="1"/>
          </p:cNvSpPr>
          <p:nvPr>
            <p:ph type="ctrTitle"/>
          </p:nvPr>
        </p:nvSpPr>
        <p:spPr>
          <a:xfrm>
            <a:off x="813750" y="1097088"/>
            <a:ext cx="5637300" cy="17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Clonezilla</a:t>
            </a:r>
            <a:endParaRPr>
              <a:solidFill>
                <a:schemeClr val="accent1"/>
              </a:solidFill>
            </a:endParaRPr>
          </a:p>
        </p:txBody>
      </p:sp>
      <p:pic>
        <p:nvPicPr>
          <p:cNvPr id="194" name="Google Shape;194;p33"/>
          <p:cNvPicPr preferRelativeResize="0"/>
          <p:nvPr/>
        </p:nvPicPr>
        <p:blipFill rotWithShape="1">
          <a:blip r:embed="rId3">
            <a:alphaModFix/>
          </a:blip>
          <a:srcRect l="39171" r="5368"/>
          <a:stretch/>
        </p:blipFill>
        <p:spPr>
          <a:xfrm>
            <a:off x="6153199" y="0"/>
            <a:ext cx="3005225" cy="5143499"/>
          </a:xfrm>
          <a:prstGeom prst="rect">
            <a:avLst/>
          </a:prstGeom>
          <a:noFill/>
          <a:ln>
            <a:noFill/>
          </a:ln>
        </p:spPr>
      </p:pic>
      <p:sp>
        <p:nvSpPr>
          <p:cNvPr id="195" name="Google Shape;195;p33"/>
          <p:cNvSpPr/>
          <p:nvPr/>
        </p:nvSpPr>
        <p:spPr>
          <a:xfrm rot="10800000">
            <a:off x="6153199" y="-1394796"/>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DB1424F4-FAEF-0204-6D9D-7F7E82FB4AB2}"/>
              </a:ext>
            </a:extLst>
          </p:cNvPr>
          <p:cNvSpPr txBox="1"/>
          <p:nvPr/>
        </p:nvSpPr>
        <p:spPr>
          <a:xfrm>
            <a:off x="8337941" y="4762681"/>
            <a:ext cx="706385" cy="307777"/>
          </a:xfrm>
          <a:prstGeom prst="rect">
            <a:avLst/>
          </a:prstGeom>
          <a:noFill/>
        </p:spPr>
        <p:txBody>
          <a:bodyPr wrap="square" rtlCol="0">
            <a:spAutoFit/>
          </a:bodyPr>
          <a:lstStyle/>
          <a:p>
            <a:r>
              <a:rPr lang="en-US" b="1" dirty="0"/>
              <a:t>1</a:t>
            </a:r>
            <a:endParaRPr lang="en-GB"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a:t>
            </a:r>
            <a:r>
              <a:rPr lang="en">
                <a:solidFill>
                  <a:schemeClr val="accent1"/>
                </a:solidFill>
              </a:rPr>
              <a:t>contents</a:t>
            </a:r>
            <a:endParaRPr>
              <a:solidFill>
                <a:schemeClr val="accent1"/>
              </a:solidFill>
            </a:endParaRPr>
          </a:p>
        </p:txBody>
      </p:sp>
      <p:sp>
        <p:nvSpPr>
          <p:cNvPr id="201" name="Google Shape;201;p34"/>
          <p:cNvSpPr txBox="1">
            <a:spLocks noGrp="1"/>
          </p:cNvSpPr>
          <p:nvPr>
            <p:ph type="title" idx="2"/>
          </p:nvPr>
        </p:nvSpPr>
        <p:spPr>
          <a:xfrm>
            <a:off x="835450" y="1390451"/>
            <a:ext cx="734700" cy="49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02" name="Google Shape;202;p34"/>
          <p:cNvSpPr txBox="1">
            <a:spLocks noGrp="1"/>
          </p:cNvSpPr>
          <p:nvPr>
            <p:ph type="title" idx="3"/>
          </p:nvPr>
        </p:nvSpPr>
        <p:spPr>
          <a:xfrm>
            <a:off x="835450" y="2825731"/>
            <a:ext cx="734700" cy="49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03" name="Google Shape;203;p34"/>
          <p:cNvSpPr txBox="1">
            <a:spLocks noGrp="1"/>
          </p:cNvSpPr>
          <p:nvPr>
            <p:ph type="title" idx="4"/>
          </p:nvPr>
        </p:nvSpPr>
        <p:spPr>
          <a:xfrm>
            <a:off x="3534721" y="1390451"/>
            <a:ext cx="734700" cy="49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04" name="Google Shape;204;p34"/>
          <p:cNvSpPr txBox="1">
            <a:spLocks noGrp="1"/>
          </p:cNvSpPr>
          <p:nvPr>
            <p:ph type="title" idx="5"/>
          </p:nvPr>
        </p:nvSpPr>
        <p:spPr>
          <a:xfrm>
            <a:off x="3534721" y="2825731"/>
            <a:ext cx="734700" cy="49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05" name="Google Shape;205;p34"/>
          <p:cNvSpPr txBox="1">
            <a:spLocks noGrp="1"/>
          </p:cNvSpPr>
          <p:nvPr>
            <p:ph type="title" idx="6"/>
          </p:nvPr>
        </p:nvSpPr>
        <p:spPr>
          <a:xfrm>
            <a:off x="6234000" y="1390451"/>
            <a:ext cx="734700" cy="49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06" name="Google Shape;206;p34"/>
          <p:cNvSpPr txBox="1">
            <a:spLocks noGrp="1"/>
          </p:cNvSpPr>
          <p:nvPr>
            <p:ph type="subTitle" idx="1"/>
          </p:nvPr>
        </p:nvSpPr>
        <p:spPr>
          <a:xfrm>
            <a:off x="720000" y="1973662"/>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500"/>
              <a:t>General description of Clonezilla</a:t>
            </a:r>
            <a:endParaRPr sz="1500"/>
          </a:p>
        </p:txBody>
      </p:sp>
      <p:sp>
        <p:nvSpPr>
          <p:cNvPr id="207" name="Google Shape;207;p34"/>
          <p:cNvSpPr txBox="1">
            <a:spLocks noGrp="1"/>
          </p:cNvSpPr>
          <p:nvPr>
            <p:ph type="subTitle" idx="8"/>
          </p:nvPr>
        </p:nvSpPr>
        <p:spPr>
          <a:xfrm>
            <a:off x="3419271" y="1973662"/>
            <a:ext cx="2305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500"/>
              <a:t>The main features of Clonezilla</a:t>
            </a:r>
            <a:endParaRPr sz="1500"/>
          </a:p>
        </p:txBody>
      </p:sp>
      <p:sp>
        <p:nvSpPr>
          <p:cNvPr id="208" name="Google Shape;208;p34"/>
          <p:cNvSpPr txBox="1">
            <a:spLocks noGrp="1"/>
          </p:cNvSpPr>
          <p:nvPr>
            <p:ph type="subTitle" idx="9"/>
          </p:nvPr>
        </p:nvSpPr>
        <p:spPr>
          <a:xfrm>
            <a:off x="6118550" y="1973650"/>
            <a:ext cx="26988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Comparing Clonezilla features with similar tools</a:t>
            </a:r>
            <a:endParaRPr sz="1400"/>
          </a:p>
        </p:txBody>
      </p:sp>
      <p:sp>
        <p:nvSpPr>
          <p:cNvPr id="209" name="Google Shape;209;p34"/>
          <p:cNvSpPr txBox="1">
            <a:spLocks noGrp="1"/>
          </p:cNvSpPr>
          <p:nvPr>
            <p:ph type="subTitle" idx="13"/>
          </p:nvPr>
        </p:nvSpPr>
        <p:spPr>
          <a:xfrm>
            <a:off x="720000" y="3405300"/>
            <a:ext cx="20865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500"/>
              <a:t>an example of how to use Clonezilla</a:t>
            </a:r>
            <a:endParaRPr sz="1500"/>
          </a:p>
        </p:txBody>
      </p:sp>
      <p:sp>
        <p:nvSpPr>
          <p:cNvPr id="210" name="Google Shape;210;p34"/>
          <p:cNvSpPr txBox="1">
            <a:spLocks noGrp="1"/>
          </p:cNvSpPr>
          <p:nvPr>
            <p:ph type="subTitle" idx="14"/>
          </p:nvPr>
        </p:nvSpPr>
        <p:spPr>
          <a:xfrm>
            <a:off x="3419275" y="3405300"/>
            <a:ext cx="25122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500"/>
              <a:t>Clonezilla advantages and disadvantages.</a:t>
            </a:r>
            <a:endParaRPr sz="1500"/>
          </a:p>
        </p:txBody>
      </p:sp>
      <p:sp>
        <p:nvSpPr>
          <p:cNvPr id="2" name="TextBox 1">
            <a:extLst>
              <a:ext uri="{FF2B5EF4-FFF2-40B4-BE49-F238E27FC236}">
                <a16:creationId xmlns:a16="http://schemas.microsoft.com/office/drawing/2014/main" id="{F66E6120-2EED-B02B-C566-88A6EE35D468}"/>
              </a:ext>
            </a:extLst>
          </p:cNvPr>
          <p:cNvSpPr txBox="1"/>
          <p:nvPr/>
        </p:nvSpPr>
        <p:spPr>
          <a:xfrm>
            <a:off x="8337941" y="4762681"/>
            <a:ext cx="706385" cy="307777"/>
          </a:xfrm>
          <a:prstGeom prst="rect">
            <a:avLst/>
          </a:prstGeom>
          <a:noFill/>
        </p:spPr>
        <p:txBody>
          <a:bodyPr wrap="square" rtlCol="0">
            <a:spAutoFit/>
          </a:bodyPr>
          <a:lstStyle/>
          <a:p>
            <a:r>
              <a:rPr lang="en-US" b="1" dirty="0"/>
              <a:t>2</a:t>
            </a:r>
            <a:endParaRPr lang="en-GB"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5"/>
          <p:cNvSpPr txBox="1">
            <a:spLocks noGrp="1"/>
          </p:cNvSpPr>
          <p:nvPr>
            <p:ph type="title"/>
          </p:nvPr>
        </p:nvSpPr>
        <p:spPr>
          <a:xfrm>
            <a:off x="3714650" y="2338425"/>
            <a:ext cx="4331400" cy="151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General description of Clonezilla</a:t>
            </a:r>
            <a:endParaRPr/>
          </a:p>
        </p:txBody>
      </p:sp>
      <p:sp>
        <p:nvSpPr>
          <p:cNvPr id="216" name="Google Shape;216;p35"/>
          <p:cNvSpPr txBox="1">
            <a:spLocks noGrp="1"/>
          </p:cNvSpPr>
          <p:nvPr>
            <p:ph type="title" idx="2"/>
          </p:nvPr>
        </p:nvSpPr>
        <p:spPr>
          <a:xfrm>
            <a:off x="3790850" y="1165325"/>
            <a:ext cx="13185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pic>
        <p:nvPicPr>
          <p:cNvPr id="217" name="Google Shape;217;p35"/>
          <p:cNvPicPr preferRelativeResize="0"/>
          <p:nvPr/>
        </p:nvPicPr>
        <p:blipFill rotWithShape="1">
          <a:blip r:embed="rId3">
            <a:alphaModFix/>
          </a:blip>
          <a:srcRect l="39171" r="5368"/>
          <a:stretch/>
        </p:blipFill>
        <p:spPr>
          <a:xfrm flipH="1">
            <a:off x="-19251" y="0"/>
            <a:ext cx="3005225" cy="5143499"/>
          </a:xfrm>
          <a:prstGeom prst="rect">
            <a:avLst/>
          </a:prstGeom>
          <a:noFill/>
          <a:ln>
            <a:noFill/>
          </a:ln>
        </p:spPr>
      </p:pic>
      <p:sp>
        <p:nvSpPr>
          <p:cNvPr id="218" name="Google Shape;218;p35"/>
          <p:cNvSpPr/>
          <p:nvPr/>
        </p:nvSpPr>
        <p:spPr>
          <a:xfrm flipH="1">
            <a:off x="-1894501" y="1830691"/>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DBED9C07-7388-81FC-0492-033EDDD7C5FF}"/>
              </a:ext>
            </a:extLst>
          </p:cNvPr>
          <p:cNvSpPr txBox="1"/>
          <p:nvPr/>
        </p:nvSpPr>
        <p:spPr>
          <a:xfrm>
            <a:off x="8337941" y="4762681"/>
            <a:ext cx="706385" cy="307777"/>
          </a:xfrm>
          <a:prstGeom prst="rect">
            <a:avLst/>
          </a:prstGeom>
          <a:noFill/>
        </p:spPr>
        <p:txBody>
          <a:bodyPr wrap="square" rtlCol="0">
            <a:spAutoFit/>
          </a:bodyPr>
          <a:lstStyle/>
          <a:p>
            <a:r>
              <a:rPr lang="en-US" b="1" dirty="0"/>
              <a:t>3</a:t>
            </a:r>
            <a:endParaRPr lang="en-GB"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6"/>
          <p:cNvSpPr txBox="1">
            <a:spLocks noGrp="1"/>
          </p:cNvSpPr>
          <p:nvPr>
            <p:ph type="title"/>
          </p:nvPr>
        </p:nvSpPr>
        <p:spPr>
          <a:xfrm>
            <a:off x="2187003" y="940775"/>
            <a:ext cx="4770000" cy="1060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solidFill>
                <a:schemeClr val="accent1"/>
              </a:solidFill>
            </a:endParaRPr>
          </a:p>
        </p:txBody>
      </p:sp>
      <p:sp>
        <p:nvSpPr>
          <p:cNvPr id="224" name="Google Shape;224;p36"/>
          <p:cNvSpPr txBox="1">
            <a:spLocks noGrp="1"/>
          </p:cNvSpPr>
          <p:nvPr>
            <p:ph type="subTitle" idx="1"/>
          </p:nvPr>
        </p:nvSpPr>
        <p:spPr>
          <a:xfrm>
            <a:off x="1556200" y="2352625"/>
            <a:ext cx="6031800" cy="99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Clonezilla is a program specifically designed for disk cloning, making it an essential tool in system development, backup, and recovery process</a:t>
            </a:r>
            <a:endParaRPr/>
          </a:p>
          <a:p>
            <a:pPr marL="0" lvl="0" indent="0" algn="ctr" rtl="0">
              <a:spcBef>
                <a:spcPts val="0"/>
              </a:spcBef>
              <a:spcAft>
                <a:spcPts val="0"/>
              </a:spcAft>
              <a:buNone/>
            </a:pPr>
            <a:endParaRPr/>
          </a:p>
        </p:txBody>
      </p:sp>
      <p:sp>
        <p:nvSpPr>
          <p:cNvPr id="2" name="TextBox 1">
            <a:extLst>
              <a:ext uri="{FF2B5EF4-FFF2-40B4-BE49-F238E27FC236}">
                <a16:creationId xmlns:a16="http://schemas.microsoft.com/office/drawing/2014/main" id="{BE71CEFD-BEC3-E7BC-23DC-E8903DA494A1}"/>
              </a:ext>
            </a:extLst>
          </p:cNvPr>
          <p:cNvSpPr txBox="1"/>
          <p:nvPr/>
        </p:nvSpPr>
        <p:spPr>
          <a:xfrm>
            <a:off x="8337941" y="4762681"/>
            <a:ext cx="706385" cy="307777"/>
          </a:xfrm>
          <a:prstGeom prst="rect">
            <a:avLst/>
          </a:prstGeom>
          <a:noFill/>
        </p:spPr>
        <p:txBody>
          <a:bodyPr wrap="square" rtlCol="0">
            <a:spAutoFit/>
          </a:bodyPr>
          <a:lstStyle/>
          <a:p>
            <a:r>
              <a:rPr lang="en-US" b="1" dirty="0"/>
              <a:t>4</a:t>
            </a:r>
            <a:endParaRPr lang="en-GB"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7"/>
          <p:cNvSpPr txBox="1">
            <a:spLocks noGrp="1"/>
          </p:cNvSpPr>
          <p:nvPr>
            <p:ph type="subTitle" idx="1"/>
          </p:nvPr>
        </p:nvSpPr>
        <p:spPr>
          <a:xfrm>
            <a:off x="1786624" y="1977500"/>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can be used across different operating systems, including Windows, macOS,  and Linux</a:t>
            </a:r>
            <a:endParaRPr/>
          </a:p>
        </p:txBody>
      </p:sp>
      <p:sp>
        <p:nvSpPr>
          <p:cNvPr id="230" name="Google Shape;230;p37"/>
          <p:cNvSpPr txBox="1">
            <a:spLocks noGrp="1"/>
          </p:cNvSpPr>
          <p:nvPr>
            <p:ph type="subTitle" idx="2"/>
          </p:nvPr>
        </p:nvSpPr>
        <p:spPr>
          <a:xfrm>
            <a:off x="5613175" y="1977500"/>
            <a:ext cx="29061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Extensive support for various file systems, such as </a:t>
            </a:r>
            <a:r>
              <a:rPr lang="en">
                <a:solidFill>
                  <a:srgbClr val="000000"/>
                </a:solidFill>
                <a:latin typeface="Times New Roman"/>
                <a:ea typeface="Times New Roman"/>
                <a:cs typeface="Times New Roman"/>
                <a:sym typeface="Times New Roman"/>
              </a:rPr>
              <a:t>ext2, FAT12, and HFS+</a:t>
            </a:r>
            <a:endParaRPr/>
          </a:p>
        </p:txBody>
      </p:sp>
      <p:sp>
        <p:nvSpPr>
          <p:cNvPr id="231" name="Google Shape;231;p37"/>
          <p:cNvSpPr txBox="1">
            <a:spLocks noGrp="1"/>
          </p:cNvSpPr>
          <p:nvPr>
            <p:ph type="subTitle" idx="3"/>
          </p:nvPr>
        </p:nvSpPr>
        <p:spPr>
          <a:xfrm>
            <a:off x="1786624" y="3638075"/>
            <a:ext cx="28110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 is an open-source software distributed under the GNU General Public License (GPL) Version 2</a:t>
            </a:r>
            <a:endParaRPr/>
          </a:p>
        </p:txBody>
      </p:sp>
      <p:sp>
        <p:nvSpPr>
          <p:cNvPr id="232" name="Google Shape;232;p37"/>
          <p:cNvSpPr txBox="1">
            <a:spLocks noGrp="1"/>
          </p:cNvSpPr>
          <p:nvPr>
            <p:ph type="subTitle" idx="4"/>
          </p:nvPr>
        </p:nvSpPr>
        <p:spPr>
          <a:xfrm>
            <a:off x="5613175" y="3638075"/>
            <a:ext cx="3009600" cy="9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Clonezilla has use-case across different sectors. For instance, enterprise environment, and educational settings </a:t>
            </a:r>
            <a:endParaRPr dirty="0"/>
          </a:p>
        </p:txBody>
      </p:sp>
      <p:sp>
        <p:nvSpPr>
          <p:cNvPr id="233" name="Google Shape;233;p37"/>
          <p:cNvSpPr txBox="1">
            <a:spLocks noGrp="1"/>
          </p:cNvSpPr>
          <p:nvPr>
            <p:ph type="subTitle" idx="5"/>
          </p:nvPr>
        </p:nvSpPr>
        <p:spPr>
          <a:xfrm>
            <a:off x="1786624" y="1641968"/>
            <a:ext cx="28110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Platforms</a:t>
            </a:r>
            <a:endParaRPr/>
          </a:p>
        </p:txBody>
      </p:sp>
      <p:sp>
        <p:nvSpPr>
          <p:cNvPr id="234" name="Google Shape;234;p37"/>
          <p:cNvSpPr txBox="1">
            <a:spLocks noGrp="1"/>
          </p:cNvSpPr>
          <p:nvPr>
            <p:ph type="subTitle" idx="6"/>
          </p:nvPr>
        </p:nvSpPr>
        <p:spPr>
          <a:xfrm>
            <a:off x="1786624" y="3302618"/>
            <a:ext cx="28110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Cost</a:t>
            </a:r>
            <a:endParaRPr/>
          </a:p>
        </p:txBody>
      </p:sp>
      <p:sp>
        <p:nvSpPr>
          <p:cNvPr id="235" name="Google Shape;235;p37"/>
          <p:cNvSpPr txBox="1">
            <a:spLocks noGrp="1"/>
          </p:cNvSpPr>
          <p:nvPr>
            <p:ph type="subTitle" idx="7"/>
          </p:nvPr>
        </p:nvSpPr>
        <p:spPr>
          <a:xfrm>
            <a:off x="5613149" y="1641968"/>
            <a:ext cx="28110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Support</a:t>
            </a:r>
            <a:endParaRPr/>
          </a:p>
        </p:txBody>
      </p:sp>
      <p:sp>
        <p:nvSpPr>
          <p:cNvPr id="236" name="Google Shape;236;p37"/>
          <p:cNvSpPr txBox="1">
            <a:spLocks noGrp="1"/>
          </p:cNvSpPr>
          <p:nvPr>
            <p:ph type="subTitle" idx="8"/>
          </p:nvPr>
        </p:nvSpPr>
        <p:spPr>
          <a:xfrm>
            <a:off x="5613149" y="3302618"/>
            <a:ext cx="28110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Usability</a:t>
            </a:r>
            <a:endParaRPr/>
          </a:p>
        </p:txBody>
      </p:sp>
      <p:sp>
        <p:nvSpPr>
          <p:cNvPr id="237" name="Google Shape;237;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Divide the content into </a:t>
            </a:r>
            <a:r>
              <a:rPr lang="en">
                <a:solidFill>
                  <a:schemeClr val="accent1"/>
                </a:solidFill>
              </a:rPr>
              <a:t>four ideas</a:t>
            </a:r>
            <a:endParaRPr>
              <a:solidFill>
                <a:schemeClr val="accent1"/>
              </a:solidFill>
            </a:endParaRPr>
          </a:p>
        </p:txBody>
      </p:sp>
      <p:grpSp>
        <p:nvGrpSpPr>
          <p:cNvPr id="238" name="Google Shape;238;p37"/>
          <p:cNvGrpSpPr/>
          <p:nvPr/>
        </p:nvGrpSpPr>
        <p:grpSpPr>
          <a:xfrm>
            <a:off x="992249" y="3222440"/>
            <a:ext cx="675649" cy="478988"/>
            <a:chOff x="1344779" y="2371294"/>
            <a:chExt cx="456736" cy="323794"/>
          </a:xfrm>
        </p:grpSpPr>
        <p:sp>
          <p:nvSpPr>
            <p:cNvPr id="239" name="Google Shape;239;p37"/>
            <p:cNvSpPr/>
            <p:nvPr/>
          </p:nvSpPr>
          <p:spPr>
            <a:xfrm>
              <a:off x="1383175" y="2377250"/>
              <a:ext cx="386564" cy="272183"/>
            </a:xfrm>
            <a:custGeom>
              <a:avLst/>
              <a:gdLst/>
              <a:ahLst/>
              <a:cxnLst/>
              <a:rect l="l" t="t" r="r" b="b"/>
              <a:pathLst>
                <a:path w="11967" h="8728" extrusionOk="0">
                  <a:moveTo>
                    <a:pt x="429" y="0"/>
                  </a:moveTo>
                  <a:cubicBezTo>
                    <a:pt x="191" y="12"/>
                    <a:pt x="0" y="214"/>
                    <a:pt x="0" y="441"/>
                  </a:cubicBezTo>
                  <a:lnTo>
                    <a:pt x="0" y="8156"/>
                  </a:lnTo>
                  <a:lnTo>
                    <a:pt x="11966" y="8727"/>
                  </a:lnTo>
                  <a:lnTo>
                    <a:pt x="11966" y="429"/>
                  </a:lnTo>
                  <a:cubicBezTo>
                    <a:pt x="11966" y="191"/>
                    <a:pt x="11764" y="0"/>
                    <a:pt x="11538" y="0"/>
                  </a:cubicBezTo>
                  <a:lnTo>
                    <a:pt x="7811" y="0"/>
                  </a:lnTo>
                  <a:lnTo>
                    <a:pt x="7537" y="155"/>
                  </a:lnTo>
                  <a:lnTo>
                    <a:pt x="7216" y="0"/>
                  </a:lnTo>
                  <a:lnTo>
                    <a:pt x="5311" y="0"/>
                  </a:lnTo>
                  <a:lnTo>
                    <a:pt x="4977" y="155"/>
                  </a:lnTo>
                  <a:lnTo>
                    <a:pt x="47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7"/>
            <p:cNvSpPr/>
            <p:nvPr/>
          </p:nvSpPr>
          <p:spPr>
            <a:xfrm>
              <a:off x="1727606" y="2377625"/>
              <a:ext cx="40478" cy="272183"/>
            </a:xfrm>
            <a:custGeom>
              <a:avLst/>
              <a:gdLst/>
              <a:ahLst/>
              <a:cxnLst/>
              <a:rect l="l" t="t" r="r" b="b"/>
              <a:pathLst>
                <a:path w="1298" h="8728" extrusionOk="0">
                  <a:moveTo>
                    <a:pt x="0" y="0"/>
                  </a:moveTo>
                  <a:cubicBezTo>
                    <a:pt x="238" y="0"/>
                    <a:pt x="441" y="202"/>
                    <a:pt x="441" y="429"/>
                  </a:cubicBezTo>
                  <a:lnTo>
                    <a:pt x="441" y="8727"/>
                  </a:lnTo>
                  <a:lnTo>
                    <a:pt x="1298" y="8156"/>
                  </a:lnTo>
                  <a:lnTo>
                    <a:pt x="1298" y="452"/>
                  </a:lnTo>
                  <a:cubicBezTo>
                    <a:pt x="1286" y="202"/>
                    <a:pt x="1095" y="0"/>
                    <a:pt x="869" y="0"/>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7"/>
            <p:cNvSpPr/>
            <p:nvPr/>
          </p:nvSpPr>
          <p:spPr>
            <a:xfrm>
              <a:off x="1448750" y="2383644"/>
              <a:ext cx="246206" cy="242962"/>
            </a:xfrm>
            <a:custGeom>
              <a:avLst/>
              <a:gdLst/>
              <a:ahLst/>
              <a:cxnLst/>
              <a:rect l="l" t="t" r="r" b="b"/>
              <a:pathLst>
                <a:path w="7895" h="7791" extrusionOk="0">
                  <a:moveTo>
                    <a:pt x="3973" y="1"/>
                  </a:moveTo>
                  <a:cubicBezTo>
                    <a:pt x="3903" y="1"/>
                    <a:pt x="3834" y="27"/>
                    <a:pt x="3787" y="81"/>
                  </a:cubicBezTo>
                  <a:lnTo>
                    <a:pt x="3572" y="224"/>
                  </a:lnTo>
                  <a:lnTo>
                    <a:pt x="108" y="3700"/>
                  </a:lnTo>
                  <a:cubicBezTo>
                    <a:pt x="1" y="3796"/>
                    <a:pt x="1" y="3974"/>
                    <a:pt x="108" y="4081"/>
                  </a:cubicBezTo>
                  <a:lnTo>
                    <a:pt x="3572" y="7546"/>
                  </a:lnTo>
                  <a:lnTo>
                    <a:pt x="3787" y="7701"/>
                  </a:lnTo>
                  <a:cubicBezTo>
                    <a:pt x="3834" y="7760"/>
                    <a:pt x="3903" y="7790"/>
                    <a:pt x="3973" y="7790"/>
                  </a:cubicBezTo>
                  <a:cubicBezTo>
                    <a:pt x="4043" y="7790"/>
                    <a:pt x="4114" y="7760"/>
                    <a:pt x="4168" y="7701"/>
                  </a:cubicBezTo>
                  <a:lnTo>
                    <a:pt x="7787" y="4081"/>
                  </a:lnTo>
                  <a:cubicBezTo>
                    <a:pt x="7894" y="3974"/>
                    <a:pt x="7894" y="3796"/>
                    <a:pt x="7787" y="3700"/>
                  </a:cubicBezTo>
                  <a:lnTo>
                    <a:pt x="4168" y="81"/>
                  </a:lnTo>
                  <a:cubicBezTo>
                    <a:pt x="4114" y="27"/>
                    <a:pt x="4043" y="1"/>
                    <a:pt x="3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7"/>
            <p:cNvSpPr/>
            <p:nvPr/>
          </p:nvSpPr>
          <p:spPr>
            <a:xfrm>
              <a:off x="1560517" y="2381772"/>
              <a:ext cx="136653" cy="246393"/>
            </a:xfrm>
            <a:custGeom>
              <a:avLst/>
              <a:gdLst/>
              <a:ahLst/>
              <a:cxnLst/>
              <a:rect l="l" t="t" r="r" b="b"/>
              <a:pathLst>
                <a:path w="4382" h="7901" extrusionOk="0">
                  <a:moveTo>
                    <a:pt x="410" y="1"/>
                  </a:moveTo>
                  <a:cubicBezTo>
                    <a:pt x="340" y="1"/>
                    <a:pt x="268" y="28"/>
                    <a:pt x="215" y="81"/>
                  </a:cubicBezTo>
                  <a:lnTo>
                    <a:pt x="0" y="284"/>
                  </a:lnTo>
                  <a:lnTo>
                    <a:pt x="3477" y="3760"/>
                  </a:lnTo>
                  <a:cubicBezTo>
                    <a:pt x="3572" y="3856"/>
                    <a:pt x="3572" y="4034"/>
                    <a:pt x="3477" y="4141"/>
                  </a:cubicBezTo>
                  <a:lnTo>
                    <a:pt x="0" y="7606"/>
                  </a:lnTo>
                  <a:lnTo>
                    <a:pt x="215" y="7820"/>
                  </a:lnTo>
                  <a:cubicBezTo>
                    <a:pt x="268" y="7874"/>
                    <a:pt x="340" y="7901"/>
                    <a:pt x="410" y="7901"/>
                  </a:cubicBezTo>
                  <a:cubicBezTo>
                    <a:pt x="480" y="7901"/>
                    <a:pt x="548" y="7874"/>
                    <a:pt x="596" y="7820"/>
                  </a:cubicBezTo>
                  <a:lnTo>
                    <a:pt x="4275" y="4141"/>
                  </a:lnTo>
                  <a:cubicBezTo>
                    <a:pt x="4382" y="4034"/>
                    <a:pt x="4382" y="3856"/>
                    <a:pt x="4275" y="3760"/>
                  </a:cubicBezTo>
                  <a:lnTo>
                    <a:pt x="596" y="81"/>
                  </a:lnTo>
                  <a:cubicBezTo>
                    <a:pt x="548" y="28"/>
                    <a:pt x="480" y="1"/>
                    <a:pt x="410" y="1"/>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7"/>
            <p:cNvSpPr/>
            <p:nvPr/>
          </p:nvSpPr>
          <p:spPr>
            <a:xfrm>
              <a:off x="1350736" y="2631938"/>
              <a:ext cx="435187" cy="55728"/>
            </a:xfrm>
            <a:custGeom>
              <a:avLst/>
              <a:gdLst/>
              <a:ahLst/>
              <a:cxnLst/>
              <a:rect l="l" t="t" r="r" b="b"/>
              <a:pathLst>
                <a:path w="13955" h="1787" extrusionOk="0">
                  <a:moveTo>
                    <a:pt x="286" y="1"/>
                  </a:moveTo>
                  <a:cubicBezTo>
                    <a:pt x="143" y="1"/>
                    <a:pt x="0" y="120"/>
                    <a:pt x="0" y="287"/>
                  </a:cubicBezTo>
                  <a:lnTo>
                    <a:pt x="0" y="1072"/>
                  </a:lnTo>
                  <a:cubicBezTo>
                    <a:pt x="0" y="1465"/>
                    <a:pt x="322" y="1787"/>
                    <a:pt x="715" y="1787"/>
                  </a:cubicBezTo>
                  <a:lnTo>
                    <a:pt x="13240" y="1787"/>
                  </a:lnTo>
                  <a:cubicBezTo>
                    <a:pt x="13633" y="1787"/>
                    <a:pt x="13954" y="1465"/>
                    <a:pt x="13931" y="1072"/>
                  </a:cubicBezTo>
                  <a:lnTo>
                    <a:pt x="13931" y="287"/>
                  </a:lnTo>
                  <a:cubicBezTo>
                    <a:pt x="13931" y="144"/>
                    <a:pt x="13812" y="1"/>
                    <a:pt x="13657" y="1"/>
                  </a:cubicBezTo>
                  <a:lnTo>
                    <a:pt x="8799" y="1"/>
                  </a:lnTo>
                  <a:lnTo>
                    <a:pt x="7227" y="287"/>
                  </a:lnTo>
                  <a:lnTo>
                    <a:pt x="5441" y="1"/>
                  </a:lnTo>
                  <a:close/>
                </a:path>
              </a:pathLst>
            </a:custGeom>
            <a:solidFill>
              <a:srgbClr val="F7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7"/>
            <p:cNvSpPr/>
            <p:nvPr/>
          </p:nvSpPr>
          <p:spPr>
            <a:xfrm>
              <a:off x="1745413" y="2631564"/>
              <a:ext cx="49054" cy="55728"/>
            </a:xfrm>
            <a:custGeom>
              <a:avLst/>
              <a:gdLst/>
              <a:ahLst/>
              <a:cxnLst/>
              <a:rect l="l" t="t" r="r" b="b"/>
              <a:pathLst>
                <a:path w="1573" h="1787" extrusionOk="0">
                  <a:moveTo>
                    <a:pt x="429" y="1"/>
                  </a:moveTo>
                  <a:cubicBezTo>
                    <a:pt x="596" y="1"/>
                    <a:pt x="715" y="132"/>
                    <a:pt x="715" y="287"/>
                  </a:cubicBezTo>
                  <a:lnTo>
                    <a:pt x="715" y="1072"/>
                  </a:lnTo>
                  <a:cubicBezTo>
                    <a:pt x="715" y="1477"/>
                    <a:pt x="382" y="1787"/>
                    <a:pt x="1" y="1787"/>
                  </a:cubicBezTo>
                  <a:lnTo>
                    <a:pt x="858" y="1787"/>
                  </a:lnTo>
                  <a:cubicBezTo>
                    <a:pt x="1263" y="1787"/>
                    <a:pt x="1572" y="1465"/>
                    <a:pt x="1572" y="1072"/>
                  </a:cubicBezTo>
                  <a:lnTo>
                    <a:pt x="1572" y="287"/>
                  </a:lnTo>
                  <a:cubicBezTo>
                    <a:pt x="1572" y="132"/>
                    <a:pt x="1453" y="1"/>
                    <a:pt x="1298" y="1"/>
                  </a:cubicBezTo>
                  <a:close/>
                </a:path>
              </a:pathLst>
            </a:custGeom>
            <a:solidFill>
              <a:srgbClr val="E9ED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7"/>
            <p:cNvSpPr/>
            <p:nvPr/>
          </p:nvSpPr>
          <p:spPr>
            <a:xfrm>
              <a:off x="1520039" y="2631938"/>
              <a:ext cx="105468" cy="27879"/>
            </a:xfrm>
            <a:custGeom>
              <a:avLst/>
              <a:gdLst/>
              <a:ahLst/>
              <a:cxnLst/>
              <a:rect l="l" t="t" r="r" b="b"/>
              <a:pathLst>
                <a:path w="3382" h="894" extrusionOk="0">
                  <a:moveTo>
                    <a:pt x="1" y="1"/>
                  </a:moveTo>
                  <a:lnTo>
                    <a:pt x="1" y="620"/>
                  </a:lnTo>
                  <a:cubicBezTo>
                    <a:pt x="1" y="763"/>
                    <a:pt x="120" y="894"/>
                    <a:pt x="286" y="894"/>
                  </a:cubicBezTo>
                  <a:lnTo>
                    <a:pt x="3084" y="894"/>
                  </a:lnTo>
                  <a:cubicBezTo>
                    <a:pt x="3251" y="894"/>
                    <a:pt x="3382" y="763"/>
                    <a:pt x="3370" y="620"/>
                  </a:cubicBezTo>
                  <a:lnTo>
                    <a:pt x="3370" y="1"/>
                  </a:lnTo>
                  <a:close/>
                </a:path>
              </a:pathLst>
            </a:custGeom>
            <a:solidFill>
              <a:srgbClr val="E9ED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7"/>
            <p:cNvSpPr/>
            <p:nvPr/>
          </p:nvSpPr>
          <p:spPr>
            <a:xfrm>
              <a:off x="1546390" y="2465598"/>
              <a:ext cx="53888" cy="75499"/>
            </a:xfrm>
            <a:custGeom>
              <a:avLst/>
              <a:gdLst/>
              <a:ahLst/>
              <a:cxnLst/>
              <a:rect l="l" t="t" r="r" b="b"/>
              <a:pathLst>
                <a:path w="1728" h="2421" extrusionOk="0">
                  <a:moveTo>
                    <a:pt x="858" y="1"/>
                  </a:moveTo>
                  <a:cubicBezTo>
                    <a:pt x="453" y="1"/>
                    <a:pt x="120" y="263"/>
                    <a:pt x="25" y="632"/>
                  </a:cubicBezTo>
                  <a:cubicBezTo>
                    <a:pt x="1" y="691"/>
                    <a:pt x="275" y="775"/>
                    <a:pt x="275" y="846"/>
                  </a:cubicBezTo>
                  <a:lnTo>
                    <a:pt x="1" y="1049"/>
                  </a:lnTo>
                  <a:lnTo>
                    <a:pt x="1" y="1584"/>
                  </a:lnTo>
                  <a:cubicBezTo>
                    <a:pt x="1" y="1989"/>
                    <a:pt x="263" y="2334"/>
                    <a:pt x="632" y="2418"/>
                  </a:cubicBezTo>
                  <a:cubicBezTo>
                    <a:pt x="635" y="2420"/>
                    <a:pt x="639" y="2421"/>
                    <a:pt x="643" y="2421"/>
                  </a:cubicBezTo>
                  <a:cubicBezTo>
                    <a:pt x="701" y="2421"/>
                    <a:pt x="779" y="2168"/>
                    <a:pt x="846" y="2168"/>
                  </a:cubicBezTo>
                  <a:cubicBezTo>
                    <a:pt x="915" y="2168"/>
                    <a:pt x="983" y="2419"/>
                    <a:pt x="1073" y="2419"/>
                  </a:cubicBezTo>
                  <a:cubicBezTo>
                    <a:pt x="1076" y="2419"/>
                    <a:pt x="1080" y="2419"/>
                    <a:pt x="1084" y="2418"/>
                  </a:cubicBezTo>
                  <a:cubicBezTo>
                    <a:pt x="1453" y="2311"/>
                    <a:pt x="1727" y="1989"/>
                    <a:pt x="1727" y="1584"/>
                  </a:cubicBezTo>
                  <a:lnTo>
                    <a:pt x="1727" y="1049"/>
                  </a:lnTo>
                  <a:lnTo>
                    <a:pt x="1442" y="846"/>
                  </a:lnTo>
                  <a:cubicBezTo>
                    <a:pt x="1442" y="775"/>
                    <a:pt x="1703" y="715"/>
                    <a:pt x="1692" y="632"/>
                  </a:cubicBezTo>
                  <a:cubicBezTo>
                    <a:pt x="1584" y="263"/>
                    <a:pt x="1263" y="1"/>
                    <a:pt x="8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7"/>
            <p:cNvSpPr/>
            <p:nvPr/>
          </p:nvSpPr>
          <p:spPr>
            <a:xfrm>
              <a:off x="1344779" y="2371294"/>
              <a:ext cx="456736" cy="323794"/>
            </a:xfrm>
            <a:custGeom>
              <a:avLst/>
              <a:gdLst/>
              <a:ahLst/>
              <a:cxnLst/>
              <a:rect l="l" t="t" r="r" b="b"/>
              <a:pathLst>
                <a:path w="14646" h="10383" extrusionOk="0">
                  <a:moveTo>
                    <a:pt x="8466" y="429"/>
                  </a:moveTo>
                  <a:lnTo>
                    <a:pt x="12217" y="4180"/>
                  </a:lnTo>
                  <a:cubicBezTo>
                    <a:pt x="12276" y="4239"/>
                    <a:pt x="12276" y="4334"/>
                    <a:pt x="12217" y="4394"/>
                  </a:cubicBezTo>
                  <a:lnTo>
                    <a:pt x="8466" y="8133"/>
                  </a:lnTo>
                  <a:lnTo>
                    <a:pt x="7835" y="8133"/>
                  </a:lnTo>
                  <a:lnTo>
                    <a:pt x="11347" y="4620"/>
                  </a:lnTo>
                  <a:cubicBezTo>
                    <a:pt x="11431" y="4537"/>
                    <a:pt x="11490" y="4406"/>
                    <a:pt x="11490" y="4287"/>
                  </a:cubicBezTo>
                  <a:cubicBezTo>
                    <a:pt x="11490" y="4156"/>
                    <a:pt x="11431" y="4037"/>
                    <a:pt x="11347" y="3930"/>
                  </a:cubicBezTo>
                  <a:lnTo>
                    <a:pt x="7835" y="429"/>
                  </a:lnTo>
                  <a:close/>
                  <a:moveTo>
                    <a:pt x="13121" y="429"/>
                  </a:moveTo>
                  <a:cubicBezTo>
                    <a:pt x="13252" y="429"/>
                    <a:pt x="13348" y="524"/>
                    <a:pt x="13348" y="632"/>
                  </a:cubicBezTo>
                  <a:lnTo>
                    <a:pt x="13348" y="8133"/>
                  </a:lnTo>
                  <a:lnTo>
                    <a:pt x="9085" y="8133"/>
                  </a:lnTo>
                  <a:lnTo>
                    <a:pt x="12538" y="4692"/>
                  </a:lnTo>
                  <a:cubicBezTo>
                    <a:pt x="12752" y="4465"/>
                    <a:pt x="12752" y="4096"/>
                    <a:pt x="12538" y="3870"/>
                  </a:cubicBezTo>
                  <a:lnTo>
                    <a:pt x="9073" y="429"/>
                  </a:lnTo>
                  <a:close/>
                  <a:moveTo>
                    <a:pt x="6787" y="429"/>
                  </a:moveTo>
                  <a:lnTo>
                    <a:pt x="5692" y="1525"/>
                  </a:lnTo>
                  <a:cubicBezTo>
                    <a:pt x="5597" y="1620"/>
                    <a:pt x="5597" y="1751"/>
                    <a:pt x="5692" y="1822"/>
                  </a:cubicBezTo>
                  <a:cubicBezTo>
                    <a:pt x="5734" y="1870"/>
                    <a:pt x="5787" y="1894"/>
                    <a:pt x="5841" y="1894"/>
                  </a:cubicBezTo>
                  <a:cubicBezTo>
                    <a:pt x="5894" y="1894"/>
                    <a:pt x="5948" y="1870"/>
                    <a:pt x="5990" y="1822"/>
                  </a:cubicBezTo>
                  <a:lnTo>
                    <a:pt x="7252" y="560"/>
                  </a:lnTo>
                  <a:cubicBezTo>
                    <a:pt x="7264" y="548"/>
                    <a:pt x="7278" y="542"/>
                    <a:pt x="7293" y="542"/>
                  </a:cubicBezTo>
                  <a:cubicBezTo>
                    <a:pt x="7308" y="542"/>
                    <a:pt x="7323" y="548"/>
                    <a:pt x="7335" y="560"/>
                  </a:cubicBezTo>
                  <a:lnTo>
                    <a:pt x="11014" y="4239"/>
                  </a:lnTo>
                  <a:cubicBezTo>
                    <a:pt x="11026" y="4251"/>
                    <a:pt x="11026" y="4263"/>
                    <a:pt x="11026" y="4287"/>
                  </a:cubicBezTo>
                  <a:cubicBezTo>
                    <a:pt x="11026" y="4299"/>
                    <a:pt x="11026" y="4311"/>
                    <a:pt x="11014" y="4334"/>
                  </a:cubicBezTo>
                  <a:lnTo>
                    <a:pt x="7335" y="8002"/>
                  </a:lnTo>
                  <a:cubicBezTo>
                    <a:pt x="7323" y="8019"/>
                    <a:pt x="7308" y="8028"/>
                    <a:pt x="7293" y="8028"/>
                  </a:cubicBezTo>
                  <a:cubicBezTo>
                    <a:pt x="7278" y="8028"/>
                    <a:pt x="7264" y="8019"/>
                    <a:pt x="7252" y="8002"/>
                  </a:cubicBezTo>
                  <a:lnTo>
                    <a:pt x="3573" y="4334"/>
                  </a:lnTo>
                  <a:cubicBezTo>
                    <a:pt x="3561" y="4311"/>
                    <a:pt x="3561" y="4299"/>
                    <a:pt x="3561" y="4287"/>
                  </a:cubicBezTo>
                  <a:cubicBezTo>
                    <a:pt x="3561" y="4263"/>
                    <a:pt x="3561" y="4251"/>
                    <a:pt x="3573" y="4239"/>
                  </a:cubicBezTo>
                  <a:lnTo>
                    <a:pt x="5311" y="2501"/>
                  </a:lnTo>
                  <a:cubicBezTo>
                    <a:pt x="5406" y="2406"/>
                    <a:pt x="5406" y="2275"/>
                    <a:pt x="5311" y="2203"/>
                  </a:cubicBezTo>
                  <a:cubicBezTo>
                    <a:pt x="5269" y="2156"/>
                    <a:pt x="5216" y="2132"/>
                    <a:pt x="5162" y="2132"/>
                  </a:cubicBezTo>
                  <a:cubicBezTo>
                    <a:pt x="5109" y="2132"/>
                    <a:pt x="5055" y="2156"/>
                    <a:pt x="5013" y="2203"/>
                  </a:cubicBezTo>
                  <a:lnTo>
                    <a:pt x="3275" y="3942"/>
                  </a:lnTo>
                  <a:cubicBezTo>
                    <a:pt x="3192" y="4037"/>
                    <a:pt x="3132" y="4168"/>
                    <a:pt x="3132" y="4287"/>
                  </a:cubicBezTo>
                  <a:cubicBezTo>
                    <a:pt x="3132" y="4418"/>
                    <a:pt x="3168" y="4537"/>
                    <a:pt x="3275" y="4632"/>
                  </a:cubicBezTo>
                  <a:lnTo>
                    <a:pt x="6787" y="8144"/>
                  </a:lnTo>
                  <a:lnTo>
                    <a:pt x="6144" y="8144"/>
                  </a:lnTo>
                  <a:lnTo>
                    <a:pt x="2394" y="4394"/>
                  </a:lnTo>
                  <a:cubicBezTo>
                    <a:pt x="2334" y="4334"/>
                    <a:pt x="2334" y="4239"/>
                    <a:pt x="2394" y="4180"/>
                  </a:cubicBezTo>
                  <a:lnTo>
                    <a:pt x="6144" y="429"/>
                  </a:lnTo>
                  <a:close/>
                  <a:moveTo>
                    <a:pt x="8776" y="8561"/>
                  </a:moveTo>
                  <a:lnTo>
                    <a:pt x="8776" y="8954"/>
                  </a:lnTo>
                  <a:cubicBezTo>
                    <a:pt x="8776" y="9002"/>
                    <a:pt x="8752" y="9037"/>
                    <a:pt x="8704" y="9037"/>
                  </a:cubicBezTo>
                  <a:lnTo>
                    <a:pt x="5906" y="9037"/>
                  </a:lnTo>
                  <a:cubicBezTo>
                    <a:pt x="5859" y="9037"/>
                    <a:pt x="5835" y="9002"/>
                    <a:pt x="5835" y="8954"/>
                  </a:cubicBezTo>
                  <a:lnTo>
                    <a:pt x="5835" y="8561"/>
                  </a:lnTo>
                  <a:close/>
                  <a:moveTo>
                    <a:pt x="1501" y="1"/>
                  </a:moveTo>
                  <a:cubicBezTo>
                    <a:pt x="1144" y="1"/>
                    <a:pt x="858" y="286"/>
                    <a:pt x="858" y="644"/>
                  </a:cubicBezTo>
                  <a:lnTo>
                    <a:pt x="858" y="8144"/>
                  </a:lnTo>
                  <a:lnTo>
                    <a:pt x="501" y="8144"/>
                  </a:lnTo>
                  <a:cubicBezTo>
                    <a:pt x="227" y="8144"/>
                    <a:pt x="1" y="8359"/>
                    <a:pt x="1" y="8645"/>
                  </a:cubicBezTo>
                  <a:lnTo>
                    <a:pt x="1" y="9430"/>
                  </a:lnTo>
                  <a:cubicBezTo>
                    <a:pt x="1" y="9942"/>
                    <a:pt x="417" y="10371"/>
                    <a:pt x="941" y="10371"/>
                  </a:cubicBezTo>
                  <a:lnTo>
                    <a:pt x="10669" y="10371"/>
                  </a:lnTo>
                  <a:cubicBezTo>
                    <a:pt x="10788" y="10371"/>
                    <a:pt x="10883" y="10288"/>
                    <a:pt x="10883" y="10169"/>
                  </a:cubicBezTo>
                  <a:cubicBezTo>
                    <a:pt x="10883" y="10049"/>
                    <a:pt x="10788" y="9954"/>
                    <a:pt x="10669" y="9954"/>
                  </a:cubicBezTo>
                  <a:lnTo>
                    <a:pt x="941" y="9954"/>
                  </a:lnTo>
                  <a:cubicBezTo>
                    <a:pt x="656" y="9954"/>
                    <a:pt x="429" y="9728"/>
                    <a:pt x="429" y="9454"/>
                  </a:cubicBezTo>
                  <a:lnTo>
                    <a:pt x="429" y="8656"/>
                  </a:lnTo>
                  <a:cubicBezTo>
                    <a:pt x="429" y="8621"/>
                    <a:pt x="465" y="8585"/>
                    <a:pt x="501" y="8585"/>
                  </a:cubicBezTo>
                  <a:lnTo>
                    <a:pt x="3084" y="8585"/>
                  </a:lnTo>
                  <a:cubicBezTo>
                    <a:pt x="3204" y="8585"/>
                    <a:pt x="3287" y="8502"/>
                    <a:pt x="3287" y="8383"/>
                  </a:cubicBezTo>
                  <a:cubicBezTo>
                    <a:pt x="3287" y="8264"/>
                    <a:pt x="3204" y="8168"/>
                    <a:pt x="3084" y="8168"/>
                  </a:cubicBezTo>
                  <a:lnTo>
                    <a:pt x="1299" y="8168"/>
                  </a:lnTo>
                  <a:lnTo>
                    <a:pt x="1299" y="667"/>
                  </a:lnTo>
                  <a:cubicBezTo>
                    <a:pt x="1299" y="548"/>
                    <a:pt x="1382" y="465"/>
                    <a:pt x="1501" y="465"/>
                  </a:cubicBezTo>
                  <a:lnTo>
                    <a:pt x="5549" y="465"/>
                  </a:lnTo>
                  <a:lnTo>
                    <a:pt x="2096" y="3918"/>
                  </a:lnTo>
                  <a:cubicBezTo>
                    <a:pt x="1870" y="4132"/>
                    <a:pt x="1870" y="4513"/>
                    <a:pt x="2096" y="4727"/>
                  </a:cubicBezTo>
                  <a:lnTo>
                    <a:pt x="5549" y="8180"/>
                  </a:lnTo>
                  <a:lnTo>
                    <a:pt x="3989" y="8180"/>
                  </a:lnTo>
                  <a:cubicBezTo>
                    <a:pt x="3870" y="8180"/>
                    <a:pt x="3787" y="8275"/>
                    <a:pt x="3787" y="8395"/>
                  </a:cubicBezTo>
                  <a:cubicBezTo>
                    <a:pt x="3787" y="8514"/>
                    <a:pt x="3870" y="8597"/>
                    <a:pt x="3989" y="8597"/>
                  </a:cubicBezTo>
                  <a:lnTo>
                    <a:pt x="5406" y="8597"/>
                  </a:lnTo>
                  <a:lnTo>
                    <a:pt x="5406" y="9002"/>
                  </a:lnTo>
                  <a:cubicBezTo>
                    <a:pt x="5406" y="9287"/>
                    <a:pt x="5632" y="9514"/>
                    <a:pt x="5906" y="9514"/>
                  </a:cubicBezTo>
                  <a:lnTo>
                    <a:pt x="8704" y="9514"/>
                  </a:lnTo>
                  <a:cubicBezTo>
                    <a:pt x="8990" y="9514"/>
                    <a:pt x="9216" y="9287"/>
                    <a:pt x="9216" y="9002"/>
                  </a:cubicBezTo>
                  <a:lnTo>
                    <a:pt x="9216" y="8597"/>
                  </a:lnTo>
                  <a:lnTo>
                    <a:pt x="14145" y="8597"/>
                  </a:lnTo>
                  <a:cubicBezTo>
                    <a:pt x="14181" y="8597"/>
                    <a:pt x="14217" y="8633"/>
                    <a:pt x="14217" y="8680"/>
                  </a:cubicBezTo>
                  <a:lnTo>
                    <a:pt x="14217" y="9466"/>
                  </a:lnTo>
                  <a:cubicBezTo>
                    <a:pt x="14217" y="9752"/>
                    <a:pt x="13991" y="9966"/>
                    <a:pt x="13705" y="9966"/>
                  </a:cubicBezTo>
                  <a:lnTo>
                    <a:pt x="11586" y="9966"/>
                  </a:lnTo>
                  <a:cubicBezTo>
                    <a:pt x="11466" y="9966"/>
                    <a:pt x="11371" y="10061"/>
                    <a:pt x="11371" y="10180"/>
                  </a:cubicBezTo>
                  <a:cubicBezTo>
                    <a:pt x="11371" y="10300"/>
                    <a:pt x="11466" y="10383"/>
                    <a:pt x="11586" y="10383"/>
                  </a:cubicBezTo>
                  <a:lnTo>
                    <a:pt x="13705" y="10383"/>
                  </a:lnTo>
                  <a:cubicBezTo>
                    <a:pt x="14217" y="10383"/>
                    <a:pt x="14645" y="9966"/>
                    <a:pt x="14645" y="9454"/>
                  </a:cubicBezTo>
                  <a:lnTo>
                    <a:pt x="14645" y="8656"/>
                  </a:lnTo>
                  <a:cubicBezTo>
                    <a:pt x="14645" y="8359"/>
                    <a:pt x="14419" y="8144"/>
                    <a:pt x="14145" y="8144"/>
                  </a:cubicBezTo>
                  <a:lnTo>
                    <a:pt x="13788" y="8144"/>
                  </a:lnTo>
                  <a:lnTo>
                    <a:pt x="13788" y="644"/>
                  </a:lnTo>
                  <a:cubicBezTo>
                    <a:pt x="13788" y="286"/>
                    <a:pt x="13502" y="1"/>
                    <a:pt x="13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7"/>
            <p:cNvSpPr/>
            <p:nvPr/>
          </p:nvSpPr>
          <p:spPr>
            <a:xfrm>
              <a:off x="1514114" y="2458364"/>
              <a:ext cx="116975" cy="100291"/>
            </a:xfrm>
            <a:custGeom>
              <a:avLst/>
              <a:gdLst/>
              <a:ahLst/>
              <a:cxnLst/>
              <a:rect l="l" t="t" r="r" b="b"/>
              <a:pathLst>
                <a:path w="3751" h="3216" extrusionOk="0">
                  <a:moveTo>
                    <a:pt x="1881" y="548"/>
                  </a:moveTo>
                  <a:cubicBezTo>
                    <a:pt x="2167" y="548"/>
                    <a:pt x="2405" y="727"/>
                    <a:pt x="2488" y="977"/>
                  </a:cubicBezTo>
                  <a:lnTo>
                    <a:pt x="1286" y="977"/>
                  </a:lnTo>
                  <a:cubicBezTo>
                    <a:pt x="1369" y="727"/>
                    <a:pt x="1607" y="548"/>
                    <a:pt x="1881" y="548"/>
                  </a:cubicBezTo>
                  <a:close/>
                  <a:moveTo>
                    <a:pt x="1667" y="1394"/>
                  </a:moveTo>
                  <a:lnTo>
                    <a:pt x="1667" y="2525"/>
                  </a:lnTo>
                  <a:cubicBezTo>
                    <a:pt x="1417" y="2453"/>
                    <a:pt x="1238" y="2215"/>
                    <a:pt x="1238" y="1929"/>
                  </a:cubicBezTo>
                  <a:lnTo>
                    <a:pt x="1238" y="1394"/>
                  </a:lnTo>
                  <a:close/>
                  <a:moveTo>
                    <a:pt x="2536" y="1417"/>
                  </a:moveTo>
                  <a:lnTo>
                    <a:pt x="2536" y="1953"/>
                  </a:lnTo>
                  <a:cubicBezTo>
                    <a:pt x="2524" y="2215"/>
                    <a:pt x="2346" y="2453"/>
                    <a:pt x="2107" y="2548"/>
                  </a:cubicBezTo>
                  <a:lnTo>
                    <a:pt x="2107" y="1417"/>
                  </a:lnTo>
                  <a:close/>
                  <a:moveTo>
                    <a:pt x="583" y="1"/>
                  </a:moveTo>
                  <a:cubicBezTo>
                    <a:pt x="464" y="1"/>
                    <a:pt x="381" y="84"/>
                    <a:pt x="381" y="203"/>
                  </a:cubicBezTo>
                  <a:lnTo>
                    <a:pt x="381" y="643"/>
                  </a:lnTo>
                  <a:cubicBezTo>
                    <a:pt x="381" y="834"/>
                    <a:pt x="476" y="1013"/>
                    <a:pt x="655" y="1084"/>
                  </a:cubicBezTo>
                  <a:lnTo>
                    <a:pt x="833" y="1179"/>
                  </a:lnTo>
                  <a:lnTo>
                    <a:pt x="833" y="1203"/>
                  </a:lnTo>
                  <a:lnTo>
                    <a:pt x="833" y="1394"/>
                  </a:lnTo>
                  <a:lnTo>
                    <a:pt x="238" y="1394"/>
                  </a:lnTo>
                  <a:cubicBezTo>
                    <a:pt x="119" y="1394"/>
                    <a:pt x="36" y="1489"/>
                    <a:pt x="36" y="1608"/>
                  </a:cubicBezTo>
                  <a:cubicBezTo>
                    <a:pt x="0" y="1727"/>
                    <a:pt x="95" y="1810"/>
                    <a:pt x="214" y="1810"/>
                  </a:cubicBezTo>
                  <a:lnTo>
                    <a:pt x="810" y="1810"/>
                  </a:lnTo>
                  <a:lnTo>
                    <a:pt x="810" y="1929"/>
                  </a:lnTo>
                  <a:lnTo>
                    <a:pt x="810" y="2036"/>
                  </a:lnTo>
                  <a:lnTo>
                    <a:pt x="631" y="2132"/>
                  </a:lnTo>
                  <a:cubicBezTo>
                    <a:pt x="464" y="2215"/>
                    <a:pt x="345" y="2382"/>
                    <a:pt x="345" y="2572"/>
                  </a:cubicBezTo>
                  <a:lnTo>
                    <a:pt x="345" y="3001"/>
                  </a:lnTo>
                  <a:cubicBezTo>
                    <a:pt x="345" y="3120"/>
                    <a:pt x="441" y="3215"/>
                    <a:pt x="560" y="3215"/>
                  </a:cubicBezTo>
                  <a:cubicBezTo>
                    <a:pt x="679" y="3215"/>
                    <a:pt x="762" y="3120"/>
                    <a:pt x="762" y="3001"/>
                  </a:cubicBezTo>
                  <a:lnTo>
                    <a:pt x="762" y="2572"/>
                  </a:lnTo>
                  <a:cubicBezTo>
                    <a:pt x="762" y="2548"/>
                    <a:pt x="774" y="2513"/>
                    <a:pt x="810" y="2513"/>
                  </a:cubicBezTo>
                  <a:lnTo>
                    <a:pt x="941" y="2453"/>
                  </a:lnTo>
                  <a:cubicBezTo>
                    <a:pt x="1119" y="2787"/>
                    <a:pt x="1476" y="3001"/>
                    <a:pt x="1881" y="3001"/>
                  </a:cubicBezTo>
                  <a:cubicBezTo>
                    <a:pt x="2286" y="3001"/>
                    <a:pt x="2619" y="2787"/>
                    <a:pt x="2822" y="2453"/>
                  </a:cubicBezTo>
                  <a:lnTo>
                    <a:pt x="2953" y="2513"/>
                  </a:lnTo>
                  <a:cubicBezTo>
                    <a:pt x="2977" y="2525"/>
                    <a:pt x="3000" y="2548"/>
                    <a:pt x="3000" y="2572"/>
                  </a:cubicBezTo>
                  <a:lnTo>
                    <a:pt x="3000" y="3001"/>
                  </a:lnTo>
                  <a:cubicBezTo>
                    <a:pt x="3000" y="3120"/>
                    <a:pt x="3084" y="3215"/>
                    <a:pt x="3203" y="3215"/>
                  </a:cubicBezTo>
                  <a:cubicBezTo>
                    <a:pt x="3322" y="3215"/>
                    <a:pt x="3417" y="3120"/>
                    <a:pt x="3417" y="3001"/>
                  </a:cubicBezTo>
                  <a:lnTo>
                    <a:pt x="3417" y="2572"/>
                  </a:lnTo>
                  <a:cubicBezTo>
                    <a:pt x="3417" y="2382"/>
                    <a:pt x="3310" y="2203"/>
                    <a:pt x="3131" y="2132"/>
                  </a:cubicBezTo>
                  <a:lnTo>
                    <a:pt x="2953" y="2036"/>
                  </a:lnTo>
                  <a:lnTo>
                    <a:pt x="2953" y="1929"/>
                  </a:lnTo>
                  <a:lnTo>
                    <a:pt x="2953" y="1810"/>
                  </a:lnTo>
                  <a:lnTo>
                    <a:pt x="3548" y="1810"/>
                  </a:lnTo>
                  <a:cubicBezTo>
                    <a:pt x="3667" y="1810"/>
                    <a:pt x="3750" y="1727"/>
                    <a:pt x="3750" y="1608"/>
                  </a:cubicBezTo>
                  <a:cubicBezTo>
                    <a:pt x="3750" y="1489"/>
                    <a:pt x="3667" y="1394"/>
                    <a:pt x="3548" y="1394"/>
                  </a:cubicBezTo>
                  <a:lnTo>
                    <a:pt x="2953" y="1394"/>
                  </a:lnTo>
                  <a:lnTo>
                    <a:pt x="2953" y="1203"/>
                  </a:lnTo>
                  <a:lnTo>
                    <a:pt x="2953" y="1179"/>
                  </a:lnTo>
                  <a:lnTo>
                    <a:pt x="3131" y="1084"/>
                  </a:lnTo>
                  <a:cubicBezTo>
                    <a:pt x="3298" y="1001"/>
                    <a:pt x="3417" y="834"/>
                    <a:pt x="3417" y="643"/>
                  </a:cubicBezTo>
                  <a:lnTo>
                    <a:pt x="3417" y="203"/>
                  </a:lnTo>
                  <a:cubicBezTo>
                    <a:pt x="3417" y="84"/>
                    <a:pt x="3322" y="1"/>
                    <a:pt x="3203" y="1"/>
                  </a:cubicBezTo>
                  <a:cubicBezTo>
                    <a:pt x="3084" y="1"/>
                    <a:pt x="3000" y="84"/>
                    <a:pt x="3000" y="203"/>
                  </a:cubicBezTo>
                  <a:lnTo>
                    <a:pt x="3000" y="643"/>
                  </a:lnTo>
                  <a:cubicBezTo>
                    <a:pt x="3000" y="667"/>
                    <a:pt x="2977" y="703"/>
                    <a:pt x="2953" y="703"/>
                  </a:cubicBezTo>
                  <a:lnTo>
                    <a:pt x="2858" y="739"/>
                  </a:lnTo>
                  <a:cubicBezTo>
                    <a:pt x="2679" y="382"/>
                    <a:pt x="2322" y="131"/>
                    <a:pt x="1893" y="131"/>
                  </a:cubicBezTo>
                  <a:cubicBezTo>
                    <a:pt x="1464" y="131"/>
                    <a:pt x="1107" y="382"/>
                    <a:pt x="929" y="739"/>
                  </a:cubicBezTo>
                  <a:lnTo>
                    <a:pt x="833" y="703"/>
                  </a:lnTo>
                  <a:cubicBezTo>
                    <a:pt x="810" y="679"/>
                    <a:pt x="798" y="667"/>
                    <a:pt x="798" y="643"/>
                  </a:cubicBezTo>
                  <a:lnTo>
                    <a:pt x="798" y="203"/>
                  </a:lnTo>
                  <a:cubicBezTo>
                    <a:pt x="798" y="84"/>
                    <a:pt x="702"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37"/>
          <p:cNvGrpSpPr/>
          <p:nvPr/>
        </p:nvGrpSpPr>
        <p:grpSpPr>
          <a:xfrm>
            <a:off x="4859198" y="3183286"/>
            <a:ext cx="579129" cy="557495"/>
            <a:chOff x="7342111" y="1449075"/>
            <a:chExt cx="457484" cy="440395"/>
          </a:xfrm>
        </p:grpSpPr>
        <p:sp>
          <p:nvSpPr>
            <p:cNvPr id="250" name="Google Shape;250;p37"/>
            <p:cNvSpPr/>
            <p:nvPr/>
          </p:nvSpPr>
          <p:spPr>
            <a:xfrm>
              <a:off x="7351967" y="1463750"/>
              <a:ext cx="437815" cy="419561"/>
            </a:xfrm>
            <a:custGeom>
              <a:avLst/>
              <a:gdLst/>
              <a:ahLst/>
              <a:cxnLst/>
              <a:rect l="l" t="t" r="r" b="b"/>
              <a:pathLst>
                <a:path w="13716" h="13455" extrusionOk="0">
                  <a:moveTo>
                    <a:pt x="726" y="1"/>
                  </a:moveTo>
                  <a:cubicBezTo>
                    <a:pt x="488" y="1"/>
                    <a:pt x="298" y="191"/>
                    <a:pt x="298" y="429"/>
                  </a:cubicBezTo>
                  <a:lnTo>
                    <a:pt x="12" y="2775"/>
                  </a:lnTo>
                  <a:lnTo>
                    <a:pt x="12" y="13014"/>
                  </a:lnTo>
                  <a:lnTo>
                    <a:pt x="0" y="13014"/>
                  </a:lnTo>
                  <a:cubicBezTo>
                    <a:pt x="0" y="13252"/>
                    <a:pt x="191" y="13455"/>
                    <a:pt x="429" y="13455"/>
                  </a:cubicBezTo>
                  <a:lnTo>
                    <a:pt x="13287" y="13455"/>
                  </a:lnTo>
                  <a:cubicBezTo>
                    <a:pt x="13526" y="13455"/>
                    <a:pt x="13716" y="13252"/>
                    <a:pt x="13716" y="13014"/>
                  </a:cubicBezTo>
                  <a:lnTo>
                    <a:pt x="13716" y="429"/>
                  </a:lnTo>
                  <a:cubicBezTo>
                    <a:pt x="13716" y="191"/>
                    <a:pt x="13526" y="1"/>
                    <a:pt x="132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7"/>
            <p:cNvSpPr/>
            <p:nvPr/>
          </p:nvSpPr>
          <p:spPr>
            <a:xfrm>
              <a:off x="7752786" y="1457620"/>
              <a:ext cx="40478" cy="426268"/>
            </a:xfrm>
            <a:custGeom>
              <a:avLst/>
              <a:gdLst/>
              <a:ahLst/>
              <a:cxnLst/>
              <a:rect l="l" t="t" r="r" b="b"/>
              <a:pathLst>
                <a:path w="1298" h="13669" extrusionOk="0">
                  <a:moveTo>
                    <a:pt x="0" y="1"/>
                  </a:moveTo>
                  <a:cubicBezTo>
                    <a:pt x="238" y="1"/>
                    <a:pt x="429" y="132"/>
                    <a:pt x="429" y="370"/>
                  </a:cubicBezTo>
                  <a:lnTo>
                    <a:pt x="429" y="13240"/>
                  </a:lnTo>
                  <a:cubicBezTo>
                    <a:pt x="429" y="13478"/>
                    <a:pt x="238" y="13669"/>
                    <a:pt x="0" y="13669"/>
                  </a:cubicBezTo>
                  <a:lnTo>
                    <a:pt x="869" y="13669"/>
                  </a:lnTo>
                  <a:cubicBezTo>
                    <a:pt x="1095" y="13669"/>
                    <a:pt x="1298" y="13478"/>
                    <a:pt x="1298" y="13240"/>
                  </a:cubicBezTo>
                  <a:lnTo>
                    <a:pt x="1298" y="3001"/>
                  </a:lnTo>
                  <a:lnTo>
                    <a:pt x="1012" y="370"/>
                  </a:lnTo>
                  <a:cubicBezTo>
                    <a:pt x="1000" y="132"/>
                    <a:pt x="810" y="1"/>
                    <a:pt x="572" y="1"/>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7"/>
            <p:cNvSpPr/>
            <p:nvPr/>
          </p:nvSpPr>
          <p:spPr>
            <a:xfrm>
              <a:off x="7493714" y="1637713"/>
              <a:ext cx="151154" cy="160790"/>
            </a:xfrm>
            <a:custGeom>
              <a:avLst/>
              <a:gdLst/>
              <a:ahLst/>
              <a:cxnLst/>
              <a:rect l="l" t="t" r="r" b="b"/>
              <a:pathLst>
                <a:path w="4847" h="5156" extrusionOk="0">
                  <a:moveTo>
                    <a:pt x="274" y="0"/>
                  </a:moveTo>
                  <a:cubicBezTo>
                    <a:pt x="131" y="0"/>
                    <a:pt x="0" y="119"/>
                    <a:pt x="0" y="274"/>
                  </a:cubicBezTo>
                  <a:lnTo>
                    <a:pt x="0" y="4882"/>
                  </a:lnTo>
                  <a:cubicBezTo>
                    <a:pt x="0" y="5025"/>
                    <a:pt x="119" y="5156"/>
                    <a:pt x="274" y="5156"/>
                  </a:cubicBezTo>
                  <a:lnTo>
                    <a:pt x="4560" y="5156"/>
                  </a:lnTo>
                  <a:cubicBezTo>
                    <a:pt x="4727" y="5156"/>
                    <a:pt x="4846" y="5025"/>
                    <a:pt x="4846" y="4882"/>
                  </a:cubicBezTo>
                  <a:lnTo>
                    <a:pt x="4846" y="274"/>
                  </a:lnTo>
                  <a:cubicBezTo>
                    <a:pt x="4846" y="131"/>
                    <a:pt x="4727" y="0"/>
                    <a:pt x="45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7"/>
            <p:cNvSpPr/>
            <p:nvPr/>
          </p:nvSpPr>
          <p:spPr>
            <a:xfrm>
              <a:off x="7622807" y="1636965"/>
              <a:ext cx="28254" cy="161164"/>
            </a:xfrm>
            <a:custGeom>
              <a:avLst/>
              <a:gdLst/>
              <a:ahLst/>
              <a:cxnLst/>
              <a:rect l="l" t="t" r="r" b="b"/>
              <a:pathLst>
                <a:path w="906" h="5168" extrusionOk="0">
                  <a:moveTo>
                    <a:pt x="1" y="0"/>
                  </a:moveTo>
                  <a:cubicBezTo>
                    <a:pt x="168" y="0"/>
                    <a:pt x="287" y="143"/>
                    <a:pt x="287" y="286"/>
                  </a:cubicBezTo>
                  <a:lnTo>
                    <a:pt x="287" y="4882"/>
                  </a:lnTo>
                  <a:cubicBezTo>
                    <a:pt x="287" y="5049"/>
                    <a:pt x="156" y="5168"/>
                    <a:pt x="1" y="5168"/>
                  </a:cubicBezTo>
                  <a:lnTo>
                    <a:pt x="632" y="5168"/>
                  </a:lnTo>
                  <a:cubicBezTo>
                    <a:pt x="787" y="5168"/>
                    <a:pt x="906" y="5037"/>
                    <a:pt x="906" y="4882"/>
                  </a:cubicBezTo>
                  <a:lnTo>
                    <a:pt x="906" y="286"/>
                  </a:lnTo>
                  <a:cubicBezTo>
                    <a:pt x="906" y="143"/>
                    <a:pt x="787" y="0"/>
                    <a:pt x="632" y="0"/>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7"/>
            <p:cNvSpPr/>
            <p:nvPr/>
          </p:nvSpPr>
          <p:spPr>
            <a:xfrm>
              <a:off x="7352633" y="1456154"/>
              <a:ext cx="432941" cy="95426"/>
            </a:xfrm>
            <a:custGeom>
              <a:avLst/>
              <a:gdLst/>
              <a:ahLst/>
              <a:cxnLst/>
              <a:rect l="l" t="t" r="r" b="b"/>
              <a:pathLst>
                <a:path w="13883" h="3060" extrusionOk="0">
                  <a:moveTo>
                    <a:pt x="429" y="0"/>
                  </a:moveTo>
                  <a:cubicBezTo>
                    <a:pt x="191" y="0"/>
                    <a:pt x="0" y="191"/>
                    <a:pt x="0" y="429"/>
                  </a:cubicBezTo>
                  <a:lnTo>
                    <a:pt x="0" y="3060"/>
                  </a:lnTo>
                  <a:lnTo>
                    <a:pt x="13883" y="3060"/>
                  </a:lnTo>
                  <a:lnTo>
                    <a:pt x="13883" y="429"/>
                  </a:lnTo>
                  <a:cubicBezTo>
                    <a:pt x="13883" y="179"/>
                    <a:pt x="13692" y="0"/>
                    <a:pt x="134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7"/>
            <p:cNvSpPr/>
            <p:nvPr/>
          </p:nvSpPr>
          <p:spPr>
            <a:xfrm>
              <a:off x="7752412" y="1456154"/>
              <a:ext cx="40478" cy="95426"/>
            </a:xfrm>
            <a:custGeom>
              <a:avLst/>
              <a:gdLst/>
              <a:ahLst/>
              <a:cxnLst/>
              <a:rect l="l" t="t" r="r" b="b"/>
              <a:pathLst>
                <a:path w="1298" h="3060" extrusionOk="0">
                  <a:moveTo>
                    <a:pt x="0" y="0"/>
                  </a:moveTo>
                  <a:cubicBezTo>
                    <a:pt x="238" y="0"/>
                    <a:pt x="429" y="191"/>
                    <a:pt x="429" y="429"/>
                  </a:cubicBezTo>
                  <a:lnTo>
                    <a:pt x="429" y="3060"/>
                  </a:lnTo>
                  <a:lnTo>
                    <a:pt x="1298" y="3060"/>
                  </a:lnTo>
                  <a:lnTo>
                    <a:pt x="1298" y="429"/>
                  </a:lnTo>
                  <a:cubicBezTo>
                    <a:pt x="1298" y="179"/>
                    <a:pt x="1096" y="0"/>
                    <a:pt x="857" y="0"/>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7"/>
            <p:cNvSpPr/>
            <p:nvPr/>
          </p:nvSpPr>
          <p:spPr>
            <a:xfrm>
              <a:off x="7509574" y="1488368"/>
              <a:ext cx="30842" cy="30624"/>
            </a:xfrm>
            <a:custGeom>
              <a:avLst/>
              <a:gdLst/>
              <a:ahLst/>
              <a:cxnLst/>
              <a:rect l="l" t="t" r="r" b="b"/>
              <a:pathLst>
                <a:path w="989" h="982" extrusionOk="0">
                  <a:moveTo>
                    <a:pt x="433" y="1"/>
                  </a:moveTo>
                  <a:cubicBezTo>
                    <a:pt x="390" y="1"/>
                    <a:pt x="346" y="5"/>
                    <a:pt x="310" y="27"/>
                  </a:cubicBezTo>
                  <a:cubicBezTo>
                    <a:pt x="131" y="98"/>
                    <a:pt x="1" y="277"/>
                    <a:pt x="1" y="479"/>
                  </a:cubicBezTo>
                  <a:cubicBezTo>
                    <a:pt x="1" y="705"/>
                    <a:pt x="131" y="884"/>
                    <a:pt x="310" y="955"/>
                  </a:cubicBezTo>
                  <a:cubicBezTo>
                    <a:pt x="346" y="977"/>
                    <a:pt x="382" y="981"/>
                    <a:pt x="422" y="981"/>
                  </a:cubicBezTo>
                  <a:cubicBezTo>
                    <a:pt x="450" y="981"/>
                    <a:pt x="479" y="979"/>
                    <a:pt x="512" y="979"/>
                  </a:cubicBezTo>
                  <a:cubicBezTo>
                    <a:pt x="786" y="979"/>
                    <a:pt x="989" y="777"/>
                    <a:pt x="989" y="503"/>
                  </a:cubicBezTo>
                  <a:cubicBezTo>
                    <a:pt x="989" y="217"/>
                    <a:pt x="786" y="3"/>
                    <a:pt x="512" y="3"/>
                  </a:cubicBezTo>
                  <a:cubicBezTo>
                    <a:pt x="489" y="3"/>
                    <a:pt x="461" y="1"/>
                    <a:pt x="4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7"/>
            <p:cNvSpPr/>
            <p:nvPr/>
          </p:nvSpPr>
          <p:spPr>
            <a:xfrm>
              <a:off x="7519242" y="1487714"/>
              <a:ext cx="21923" cy="31590"/>
            </a:xfrm>
            <a:custGeom>
              <a:avLst/>
              <a:gdLst/>
              <a:ahLst/>
              <a:cxnLst/>
              <a:rect l="l" t="t" r="r" b="b"/>
              <a:pathLst>
                <a:path w="703" h="1013" extrusionOk="0">
                  <a:moveTo>
                    <a:pt x="202" y="0"/>
                  </a:moveTo>
                  <a:cubicBezTo>
                    <a:pt x="119" y="0"/>
                    <a:pt x="60" y="12"/>
                    <a:pt x="0" y="48"/>
                  </a:cubicBezTo>
                  <a:cubicBezTo>
                    <a:pt x="179" y="119"/>
                    <a:pt x="322" y="298"/>
                    <a:pt x="322" y="500"/>
                  </a:cubicBezTo>
                  <a:cubicBezTo>
                    <a:pt x="322" y="714"/>
                    <a:pt x="179" y="893"/>
                    <a:pt x="0" y="964"/>
                  </a:cubicBezTo>
                  <a:cubicBezTo>
                    <a:pt x="60" y="988"/>
                    <a:pt x="143" y="1012"/>
                    <a:pt x="202" y="1012"/>
                  </a:cubicBezTo>
                  <a:cubicBezTo>
                    <a:pt x="476" y="1012"/>
                    <a:pt x="703" y="786"/>
                    <a:pt x="703" y="500"/>
                  </a:cubicBezTo>
                  <a:cubicBezTo>
                    <a:pt x="703" y="214"/>
                    <a:pt x="476" y="0"/>
                    <a:pt x="202" y="0"/>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7"/>
            <p:cNvSpPr/>
            <p:nvPr/>
          </p:nvSpPr>
          <p:spPr>
            <a:xfrm>
              <a:off x="7446082" y="1488368"/>
              <a:ext cx="30468" cy="30624"/>
            </a:xfrm>
            <a:custGeom>
              <a:avLst/>
              <a:gdLst/>
              <a:ahLst/>
              <a:cxnLst/>
              <a:rect l="l" t="t" r="r" b="b"/>
              <a:pathLst>
                <a:path w="977" h="982" extrusionOk="0">
                  <a:moveTo>
                    <a:pt x="425" y="1"/>
                  </a:moveTo>
                  <a:cubicBezTo>
                    <a:pt x="386" y="1"/>
                    <a:pt x="346" y="5"/>
                    <a:pt x="310" y="27"/>
                  </a:cubicBezTo>
                  <a:cubicBezTo>
                    <a:pt x="132" y="98"/>
                    <a:pt x="1" y="277"/>
                    <a:pt x="1" y="479"/>
                  </a:cubicBezTo>
                  <a:cubicBezTo>
                    <a:pt x="1" y="705"/>
                    <a:pt x="132" y="884"/>
                    <a:pt x="310" y="955"/>
                  </a:cubicBezTo>
                  <a:cubicBezTo>
                    <a:pt x="346" y="977"/>
                    <a:pt x="382" y="981"/>
                    <a:pt x="420" y="981"/>
                  </a:cubicBezTo>
                  <a:cubicBezTo>
                    <a:pt x="445" y="981"/>
                    <a:pt x="472" y="979"/>
                    <a:pt x="501" y="979"/>
                  </a:cubicBezTo>
                  <a:cubicBezTo>
                    <a:pt x="786" y="979"/>
                    <a:pt x="977" y="777"/>
                    <a:pt x="977" y="503"/>
                  </a:cubicBezTo>
                  <a:cubicBezTo>
                    <a:pt x="977" y="217"/>
                    <a:pt x="786" y="3"/>
                    <a:pt x="501" y="3"/>
                  </a:cubicBezTo>
                  <a:cubicBezTo>
                    <a:pt x="477" y="3"/>
                    <a:pt x="451" y="1"/>
                    <a:pt x="4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7"/>
            <p:cNvSpPr/>
            <p:nvPr/>
          </p:nvSpPr>
          <p:spPr>
            <a:xfrm>
              <a:off x="7455749" y="1487714"/>
              <a:ext cx="21923" cy="31590"/>
            </a:xfrm>
            <a:custGeom>
              <a:avLst/>
              <a:gdLst/>
              <a:ahLst/>
              <a:cxnLst/>
              <a:rect l="l" t="t" r="r" b="b"/>
              <a:pathLst>
                <a:path w="703" h="1013" extrusionOk="0">
                  <a:moveTo>
                    <a:pt x="191" y="0"/>
                  </a:moveTo>
                  <a:cubicBezTo>
                    <a:pt x="119" y="0"/>
                    <a:pt x="60" y="12"/>
                    <a:pt x="0" y="48"/>
                  </a:cubicBezTo>
                  <a:cubicBezTo>
                    <a:pt x="179" y="119"/>
                    <a:pt x="310" y="298"/>
                    <a:pt x="310" y="500"/>
                  </a:cubicBezTo>
                  <a:cubicBezTo>
                    <a:pt x="310" y="714"/>
                    <a:pt x="179" y="893"/>
                    <a:pt x="0" y="964"/>
                  </a:cubicBezTo>
                  <a:cubicBezTo>
                    <a:pt x="60" y="988"/>
                    <a:pt x="131" y="1012"/>
                    <a:pt x="191" y="1012"/>
                  </a:cubicBezTo>
                  <a:cubicBezTo>
                    <a:pt x="476" y="1012"/>
                    <a:pt x="703" y="786"/>
                    <a:pt x="703" y="500"/>
                  </a:cubicBezTo>
                  <a:cubicBezTo>
                    <a:pt x="703" y="214"/>
                    <a:pt x="476" y="0"/>
                    <a:pt x="191" y="0"/>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7"/>
            <p:cNvSpPr/>
            <p:nvPr/>
          </p:nvSpPr>
          <p:spPr>
            <a:xfrm>
              <a:off x="7382589" y="1488368"/>
              <a:ext cx="30468" cy="30624"/>
            </a:xfrm>
            <a:custGeom>
              <a:avLst/>
              <a:gdLst/>
              <a:ahLst/>
              <a:cxnLst/>
              <a:rect l="l" t="t" r="r" b="b"/>
              <a:pathLst>
                <a:path w="977" h="982" extrusionOk="0">
                  <a:moveTo>
                    <a:pt x="425" y="1"/>
                  </a:moveTo>
                  <a:cubicBezTo>
                    <a:pt x="386" y="1"/>
                    <a:pt x="346" y="5"/>
                    <a:pt x="310" y="27"/>
                  </a:cubicBezTo>
                  <a:cubicBezTo>
                    <a:pt x="132" y="98"/>
                    <a:pt x="1" y="277"/>
                    <a:pt x="1" y="479"/>
                  </a:cubicBezTo>
                  <a:cubicBezTo>
                    <a:pt x="1" y="705"/>
                    <a:pt x="132" y="884"/>
                    <a:pt x="310" y="955"/>
                  </a:cubicBezTo>
                  <a:cubicBezTo>
                    <a:pt x="346" y="977"/>
                    <a:pt x="382" y="981"/>
                    <a:pt x="420" y="981"/>
                  </a:cubicBezTo>
                  <a:cubicBezTo>
                    <a:pt x="445" y="981"/>
                    <a:pt x="472" y="979"/>
                    <a:pt x="501" y="979"/>
                  </a:cubicBezTo>
                  <a:cubicBezTo>
                    <a:pt x="786" y="979"/>
                    <a:pt x="977" y="777"/>
                    <a:pt x="977" y="503"/>
                  </a:cubicBezTo>
                  <a:cubicBezTo>
                    <a:pt x="977" y="217"/>
                    <a:pt x="774" y="3"/>
                    <a:pt x="501" y="3"/>
                  </a:cubicBezTo>
                  <a:cubicBezTo>
                    <a:pt x="477" y="3"/>
                    <a:pt x="451" y="1"/>
                    <a:pt x="4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7"/>
            <p:cNvSpPr/>
            <p:nvPr/>
          </p:nvSpPr>
          <p:spPr>
            <a:xfrm>
              <a:off x="7391882" y="1487714"/>
              <a:ext cx="21549" cy="31590"/>
            </a:xfrm>
            <a:custGeom>
              <a:avLst/>
              <a:gdLst/>
              <a:ahLst/>
              <a:cxnLst/>
              <a:rect l="l" t="t" r="r" b="b"/>
              <a:pathLst>
                <a:path w="691" h="1013" extrusionOk="0">
                  <a:moveTo>
                    <a:pt x="191" y="0"/>
                  </a:moveTo>
                  <a:cubicBezTo>
                    <a:pt x="119" y="0"/>
                    <a:pt x="60" y="12"/>
                    <a:pt x="0" y="48"/>
                  </a:cubicBezTo>
                  <a:cubicBezTo>
                    <a:pt x="179" y="119"/>
                    <a:pt x="310" y="298"/>
                    <a:pt x="310" y="500"/>
                  </a:cubicBezTo>
                  <a:cubicBezTo>
                    <a:pt x="310" y="714"/>
                    <a:pt x="167" y="893"/>
                    <a:pt x="0" y="964"/>
                  </a:cubicBezTo>
                  <a:cubicBezTo>
                    <a:pt x="60" y="988"/>
                    <a:pt x="131" y="1012"/>
                    <a:pt x="191" y="1012"/>
                  </a:cubicBezTo>
                  <a:cubicBezTo>
                    <a:pt x="476" y="1012"/>
                    <a:pt x="691" y="786"/>
                    <a:pt x="691" y="500"/>
                  </a:cubicBezTo>
                  <a:cubicBezTo>
                    <a:pt x="691" y="214"/>
                    <a:pt x="476" y="0"/>
                    <a:pt x="191" y="0"/>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7"/>
            <p:cNvSpPr/>
            <p:nvPr/>
          </p:nvSpPr>
          <p:spPr>
            <a:xfrm>
              <a:off x="7544470" y="1678160"/>
              <a:ext cx="53888" cy="75873"/>
            </a:xfrm>
            <a:custGeom>
              <a:avLst/>
              <a:gdLst/>
              <a:ahLst/>
              <a:cxnLst/>
              <a:rect l="l" t="t" r="r" b="b"/>
              <a:pathLst>
                <a:path w="1728" h="2433" extrusionOk="0">
                  <a:moveTo>
                    <a:pt x="858" y="1"/>
                  </a:moveTo>
                  <a:cubicBezTo>
                    <a:pt x="465" y="1"/>
                    <a:pt x="120" y="275"/>
                    <a:pt x="25" y="644"/>
                  </a:cubicBezTo>
                  <a:cubicBezTo>
                    <a:pt x="1" y="703"/>
                    <a:pt x="286" y="787"/>
                    <a:pt x="286" y="858"/>
                  </a:cubicBezTo>
                  <a:lnTo>
                    <a:pt x="1" y="1061"/>
                  </a:lnTo>
                  <a:lnTo>
                    <a:pt x="1" y="1596"/>
                  </a:lnTo>
                  <a:cubicBezTo>
                    <a:pt x="1" y="2001"/>
                    <a:pt x="263" y="2346"/>
                    <a:pt x="632" y="2430"/>
                  </a:cubicBezTo>
                  <a:cubicBezTo>
                    <a:pt x="636" y="2432"/>
                    <a:pt x="640" y="2433"/>
                    <a:pt x="644" y="2433"/>
                  </a:cubicBezTo>
                  <a:cubicBezTo>
                    <a:pt x="712" y="2433"/>
                    <a:pt x="779" y="2180"/>
                    <a:pt x="846" y="2180"/>
                  </a:cubicBezTo>
                  <a:cubicBezTo>
                    <a:pt x="915" y="2180"/>
                    <a:pt x="994" y="2431"/>
                    <a:pt x="1074" y="2431"/>
                  </a:cubicBezTo>
                  <a:cubicBezTo>
                    <a:pt x="1077" y="2431"/>
                    <a:pt x="1081" y="2431"/>
                    <a:pt x="1084" y="2430"/>
                  </a:cubicBezTo>
                  <a:cubicBezTo>
                    <a:pt x="1453" y="2335"/>
                    <a:pt x="1727" y="2001"/>
                    <a:pt x="1727" y="1596"/>
                  </a:cubicBezTo>
                  <a:lnTo>
                    <a:pt x="1727" y="1061"/>
                  </a:lnTo>
                  <a:lnTo>
                    <a:pt x="1441" y="858"/>
                  </a:lnTo>
                  <a:cubicBezTo>
                    <a:pt x="1441" y="787"/>
                    <a:pt x="1703" y="715"/>
                    <a:pt x="1691" y="644"/>
                  </a:cubicBezTo>
                  <a:cubicBezTo>
                    <a:pt x="1596" y="275"/>
                    <a:pt x="1263" y="1"/>
                    <a:pt x="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7"/>
            <p:cNvSpPr/>
            <p:nvPr/>
          </p:nvSpPr>
          <p:spPr>
            <a:xfrm>
              <a:off x="7474304" y="1583077"/>
              <a:ext cx="30842" cy="30405"/>
            </a:xfrm>
            <a:custGeom>
              <a:avLst/>
              <a:gdLst/>
              <a:ahLst/>
              <a:cxnLst/>
              <a:rect l="l" t="t" r="r" b="b"/>
              <a:pathLst>
                <a:path w="989" h="975" extrusionOk="0">
                  <a:moveTo>
                    <a:pt x="433" y="0"/>
                  </a:moveTo>
                  <a:cubicBezTo>
                    <a:pt x="390" y="0"/>
                    <a:pt x="346" y="4"/>
                    <a:pt x="310" y="26"/>
                  </a:cubicBezTo>
                  <a:cubicBezTo>
                    <a:pt x="131" y="97"/>
                    <a:pt x="0" y="276"/>
                    <a:pt x="0" y="478"/>
                  </a:cubicBezTo>
                  <a:cubicBezTo>
                    <a:pt x="0" y="704"/>
                    <a:pt x="131" y="883"/>
                    <a:pt x="310" y="954"/>
                  </a:cubicBezTo>
                  <a:cubicBezTo>
                    <a:pt x="335" y="970"/>
                    <a:pt x="361" y="974"/>
                    <a:pt x="388" y="974"/>
                  </a:cubicBezTo>
                  <a:cubicBezTo>
                    <a:pt x="425" y="974"/>
                    <a:pt x="465" y="966"/>
                    <a:pt x="512" y="966"/>
                  </a:cubicBezTo>
                  <a:cubicBezTo>
                    <a:pt x="786" y="966"/>
                    <a:pt x="989" y="776"/>
                    <a:pt x="989" y="490"/>
                  </a:cubicBezTo>
                  <a:cubicBezTo>
                    <a:pt x="989" y="216"/>
                    <a:pt x="786" y="2"/>
                    <a:pt x="512" y="2"/>
                  </a:cubicBezTo>
                  <a:cubicBezTo>
                    <a:pt x="489" y="2"/>
                    <a:pt x="461" y="0"/>
                    <a:pt x="4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7"/>
            <p:cNvSpPr/>
            <p:nvPr/>
          </p:nvSpPr>
          <p:spPr>
            <a:xfrm>
              <a:off x="7635811" y="1583077"/>
              <a:ext cx="30842" cy="30405"/>
            </a:xfrm>
            <a:custGeom>
              <a:avLst/>
              <a:gdLst/>
              <a:ahLst/>
              <a:cxnLst/>
              <a:rect l="l" t="t" r="r" b="b"/>
              <a:pathLst>
                <a:path w="989" h="975" extrusionOk="0">
                  <a:moveTo>
                    <a:pt x="433" y="0"/>
                  </a:moveTo>
                  <a:cubicBezTo>
                    <a:pt x="390" y="0"/>
                    <a:pt x="346" y="4"/>
                    <a:pt x="310" y="26"/>
                  </a:cubicBezTo>
                  <a:cubicBezTo>
                    <a:pt x="132" y="97"/>
                    <a:pt x="1" y="276"/>
                    <a:pt x="1" y="478"/>
                  </a:cubicBezTo>
                  <a:cubicBezTo>
                    <a:pt x="1" y="704"/>
                    <a:pt x="132" y="883"/>
                    <a:pt x="310" y="954"/>
                  </a:cubicBezTo>
                  <a:cubicBezTo>
                    <a:pt x="336" y="970"/>
                    <a:pt x="361" y="974"/>
                    <a:pt x="389" y="974"/>
                  </a:cubicBezTo>
                  <a:cubicBezTo>
                    <a:pt x="425" y="974"/>
                    <a:pt x="465" y="966"/>
                    <a:pt x="513" y="966"/>
                  </a:cubicBezTo>
                  <a:cubicBezTo>
                    <a:pt x="786" y="966"/>
                    <a:pt x="989" y="776"/>
                    <a:pt x="989" y="490"/>
                  </a:cubicBezTo>
                  <a:cubicBezTo>
                    <a:pt x="989" y="216"/>
                    <a:pt x="775" y="2"/>
                    <a:pt x="513" y="2"/>
                  </a:cubicBezTo>
                  <a:cubicBezTo>
                    <a:pt x="489" y="2"/>
                    <a:pt x="461" y="0"/>
                    <a:pt x="4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7"/>
            <p:cNvSpPr/>
            <p:nvPr/>
          </p:nvSpPr>
          <p:spPr>
            <a:xfrm>
              <a:off x="7675167" y="1621653"/>
              <a:ext cx="30842" cy="30281"/>
            </a:xfrm>
            <a:custGeom>
              <a:avLst/>
              <a:gdLst/>
              <a:ahLst/>
              <a:cxnLst/>
              <a:rect l="l" t="t" r="r" b="b"/>
              <a:pathLst>
                <a:path w="989" h="971" extrusionOk="0">
                  <a:moveTo>
                    <a:pt x="417" y="0"/>
                  </a:moveTo>
                  <a:cubicBezTo>
                    <a:pt x="385" y="0"/>
                    <a:pt x="352" y="3"/>
                    <a:pt x="322" y="15"/>
                  </a:cubicBezTo>
                  <a:cubicBezTo>
                    <a:pt x="144" y="98"/>
                    <a:pt x="1" y="277"/>
                    <a:pt x="1" y="479"/>
                  </a:cubicBezTo>
                  <a:cubicBezTo>
                    <a:pt x="1" y="706"/>
                    <a:pt x="144" y="884"/>
                    <a:pt x="322" y="956"/>
                  </a:cubicBezTo>
                  <a:cubicBezTo>
                    <a:pt x="352" y="968"/>
                    <a:pt x="382" y="971"/>
                    <a:pt x="413" y="971"/>
                  </a:cubicBezTo>
                  <a:cubicBezTo>
                    <a:pt x="444" y="971"/>
                    <a:pt x="477" y="968"/>
                    <a:pt x="513" y="968"/>
                  </a:cubicBezTo>
                  <a:cubicBezTo>
                    <a:pt x="798" y="968"/>
                    <a:pt x="989" y="777"/>
                    <a:pt x="989" y="491"/>
                  </a:cubicBezTo>
                  <a:cubicBezTo>
                    <a:pt x="989" y="229"/>
                    <a:pt x="798" y="15"/>
                    <a:pt x="513" y="3"/>
                  </a:cubicBezTo>
                  <a:cubicBezTo>
                    <a:pt x="483" y="3"/>
                    <a:pt x="450" y="0"/>
                    <a:pt x="4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7"/>
            <p:cNvSpPr/>
            <p:nvPr/>
          </p:nvSpPr>
          <p:spPr>
            <a:xfrm>
              <a:off x="7675167" y="1783160"/>
              <a:ext cx="30842" cy="30437"/>
            </a:xfrm>
            <a:custGeom>
              <a:avLst/>
              <a:gdLst/>
              <a:ahLst/>
              <a:cxnLst/>
              <a:rect l="l" t="t" r="r" b="b"/>
              <a:pathLst>
                <a:path w="989" h="976" extrusionOk="0">
                  <a:moveTo>
                    <a:pt x="417" y="0"/>
                  </a:moveTo>
                  <a:cubicBezTo>
                    <a:pt x="385" y="0"/>
                    <a:pt x="352" y="3"/>
                    <a:pt x="322" y="15"/>
                  </a:cubicBezTo>
                  <a:cubicBezTo>
                    <a:pt x="144" y="99"/>
                    <a:pt x="1" y="277"/>
                    <a:pt x="1" y="480"/>
                  </a:cubicBezTo>
                  <a:cubicBezTo>
                    <a:pt x="1" y="706"/>
                    <a:pt x="144" y="884"/>
                    <a:pt x="322" y="956"/>
                  </a:cubicBezTo>
                  <a:cubicBezTo>
                    <a:pt x="348" y="971"/>
                    <a:pt x="373" y="976"/>
                    <a:pt x="400" y="976"/>
                  </a:cubicBezTo>
                  <a:cubicBezTo>
                    <a:pt x="435" y="976"/>
                    <a:pt x="472" y="968"/>
                    <a:pt x="513" y="968"/>
                  </a:cubicBezTo>
                  <a:cubicBezTo>
                    <a:pt x="798" y="968"/>
                    <a:pt x="989" y="777"/>
                    <a:pt x="989" y="492"/>
                  </a:cubicBezTo>
                  <a:cubicBezTo>
                    <a:pt x="989" y="218"/>
                    <a:pt x="798" y="3"/>
                    <a:pt x="513" y="3"/>
                  </a:cubicBezTo>
                  <a:cubicBezTo>
                    <a:pt x="483" y="3"/>
                    <a:pt x="450" y="0"/>
                    <a:pt x="4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7"/>
            <p:cNvSpPr/>
            <p:nvPr/>
          </p:nvSpPr>
          <p:spPr>
            <a:xfrm>
              <a:off x="7434949" y="1622058"/>
              <a:ext cx="30468" cy="30405"/>
            </a:xfrm>
            <a:custGeom>
              <a:avLst/>
              <a:gdLst/>
              <a:ahLst/>
              <a:cxnLst/>
              <a:rect l="l" t="t" r="r" b="b"/>
              <a:pathLst>
                <a:path w="977" h="975" extrusionOk="0">
                  <a:moveTo>
                    <a:pt x="420" y="0"/>
                  </a:moveTo>
                  <a:cubicBezTo>
                    <a:pt x="381" y="0"/>
                    <a:pt x="346" y="4"/>
                    <a:pt x="310" y="26"/>
                  </a:cubicBezTo>
                  <a:cubicBezTo>
                    <a:pt x="131" y="97"/>
                    <a:pt x="0" y="276"/>
                    <a:pt x="0" y="502"/>
                  </a:cubicBezTo>
                  <a:cubicBezTo>
                    <a:pt x="0" y="705"/>
                    <a:pt x="131" y="883"/>
                    <a:pt x="310" y="955"/>
                  </a:cubicBezTo>
                  <a:cubicBezTo>
                    <a:pt x="335" y="970"/>
                    <a:pt x="363" y="974"/>
                    <a:pt x="391" y="974"/>
                  </a:cubicBezTo>
                  <a:cubicBezTo>
                    <a:pt x="428" y="974"/>
                    <a:pt x="466" y="966"/>
                    <a:pt x="500" y="966"/>
                  </a:cubicBezTo>
                  <a:cubicBezTo>
                    <a:pt x="508" y="967"/>
                    <a:pt x="516" y="967"/>
                    <a:pt x="523" y="967"/>
                  </a:cubicBezTo>
                  <a:cubicBezTo>
                    <a:pt x="796" y="967"/>
                    <a:pt x="977" y="756"/>
                    <a:pt x="977" y="478"/>
                  </a:cubicBezTo>
                  <a:cubicBezTo>
                    <a:pt x="977" y="204"/>
                    <a:pt x="786" y="2"/>
                    <a:pt x="500" y="2"/>
                  </a:cubicBezTo>
                  <a:cubicBezTo>
                    <a:pt x="472" y="2"/>
                    <a:pt x="445" y="0"/>
                    <a:pt x="4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7"/>
            <p:cNvSpPr/>
            <p:nvPr/>
          </p:nvSpPr>
          <p:spPr>
            <a:xfrm>
              <a:off x="7434949" y="1783566"/>
              <a:ext cx="30468" cy="30592"/>
            </a:xfrm>
            <a:custGeom>
              <a:avLst/>
              <a:gdLst/>
              <a:ahLst/>
              <a:cxnLst/>
              <a:rect l="l" t="t" r="r" b="b"/>
              <a:pathLst>
                <a:path w="977" h="981" extrusionOk="0">
                  <a:moveTo>
                    <a:pt x="420" y="0"/>
                  </a:moveTo>
                  <a:cubicBezTo>
                    <a:pt x="381" y="0"/>
                    <a:pt x="346" y="5"/>
                    <a:pt x="310" y="26"/>
                  </a:cubicBezTo>
                  <a:cubicBezTo>
                    <a:pt x="131" y="98"/>
                    <a:pt x="0" y="276"/>
                    <a:pt x="0" y="502"/>
                  </a:cubicBezTo>
                  <a:cubicBezTo>
                    <a:pt x="0" y="705"/>
                    <a:pt x="131" y="883"/>
                    <a:pt x="310" y="955"/>
                  </a:cubicBezTo>
                  <a:cubicBezTo>
                    <a:pt x="346" y="976"/>
                    <a:pt x="386" y="981"/>
                    <a:pt x="425" y="981"/>
                  </a:cubicBezTo>
                  <a:cubicBezTo>
                    <a:pt x="451" y="981"/>
                    <a:pt x="477" y="979"/>
                    <a:pt x="500" y="979"/>
                  </a:cubicBezTo>
                  <a:cubicBezTo>
                    <a:pt x="786" y="955"/>
                    <a:pt x="977" y="764"/>
                    <a:pt x="977" y="479"/>
                  </a:cubicBezTo>
                  <a:cubicBezTo>
                    <a:pt x="977" y="205"/>
                    <a:pt x="786" y="2"/>
                    <a:pt x="500" y="2"/>
                  </a:cubicBezTo>
                  <a:cubicBezTo>
                    <a:pt x="472" y="2"/>
                    <a:pt x="445" y="0"/>
                    <a:pt x="4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7"/>
            <p:cNvSpPr/>
            <p:nvPr/>
          </p:nvSpPr>
          <p:spPr>
            <a:xfrm>
              <a:off x="7635811" y="1821767"/>
              <a:ext cx="30842" cy="30312"/>
            </a:xfrm>
            <a:custGeom>
              <a:avLst/>
              <a:gdLst/>
              <a:ahLst/>
              <a:cxnLst/>
              <a:rect l="l" t="t" r="r" b="b"/>
              <a:pathLst>
                <a:path w="989" h="972" extrusionOk="0">
                  <a:moveTo>
                    <a:pt x="411" y="1"/>
                  </a:moveTo>
                  <a:cubicBezTo>
                    <a:pt x="376" y="1"/>
                    <a:pt x="340" y="4"/>
                    <a:pt x="310" y="16"/>
                  </a:cubicBezTo>
                  <a:cubicBezTo>
                    <a:pt x="132" y="87"/>
                    <a:pt x="1" y="266"/>
                    <a:pt x="1" y="480"/>
                  </a:cubicBezTo>
                  <a:cubicBezTo>
                    <a:pt x="1" y="706"/>
                    <a:pt x="132" y="885"/>
                    <a:pt x="310" y="956"/>
                  </a:cubicBezTo>
                  <a:cubicBezTo>
                    <a:pt x="340" y="968"/>
                    <a:pt x="370" y="971"/>
                    <a:pt x="402" y="971"/>
                  </a:cubicBezTo>
                  <a:cubicBezTo>
                    <a:pt x="435" y="971"/>
                    <a:pt x="471" y="968"/>
                    <a:pt x="513" y="968"/>
                  </a:cubicBezTo>
                  <a:cubicBezTo>
                    <a:pt x="786" y="968"/>
                    <a:pt x="989" y="778"/>
                    <a:pt x="989" y="492"/>
                  </a:cubicBezTo>
                  <a:cubicBezTo>
                    <a:pt x="989" y="230"/>
                    <a:pt x="775" y="16"/>
                    <a:pt x="513" y="4"/>
                  </a:cubicBezTo>
                  <a:cubicBezTo>
                    <a:pt x="483" y="4"/>
                    <a:pt x="447" y="1"/>
                    <a:pt x="4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7"/>
            <p:cNvSpPr/>
            <p:nvPr/>
          </p:nvSpPr>
          <p:spPr>
            <a:xfrm>
              <a:off x="7474304" y="1821767"/>
              <a:ext cx="30842" cy="30312"/>
            </a:xfrm>
            <a:custGeom>
              <a:avLst/>
              <a:gdLst/>
              <a:ahLst/>
              <a:cxnLst/>
              <a:rect l="l" t="t" r="r" b="b"/>
              <a:pathLst>
                <a:path w="989" h="972" extrusionOk="0">
                  <a:moveTo>
                    <a:pt x="411" y="1"/>
                  </a:moveTo>
                  <a:cubicBezTo>
                    <a:pt x="375" y="1"/>
                    <a:pt x="340" y="4"/>
                    <a:pt x="310" y="16"/>
                  </a:cubicBezTo>
                  <a:cubicBezTo>
                    <a:pt x="131" y="87"/>
                    <a:pt x="0" y="266"/>
                    <a:pt x="0" y="480"/>
                  </a:cubicBezTo>
                  <a:cubicBezTo>
                    <a:pt x="0" y="706"/>
                    <a:pt x="131" y="885"/>
                    <a:pt x="310" y="956"/>
                  </a:cubicBezTo>
                  <a:cubicBezTo>
                    <a:pt x="340" y="968"/>
                    <a:pt x="370" y="971"/>
                    <a:pt x="402" y="971"/>
                  </a:cubicBezTo>
                  <a:cubicBezTo>
                    <a:pt x="435" y="971"/>
                    <a:pt x="471" y="968"/>
                    <a:pt x="512" y="968"/>
                  </a:cubicBezTo>
                  <a:cubicBezTo>
                    <a:pt x="786" y="968"/>
                    <a:pt x="989" y="778"/>
                    <a:pt x="989" y="492"/>
                  </a:cubicBezTo>
                  <a:cubicBezTo>
                    <a:pt x="989" y="230"/>
                    <a:pt x="786" y="16"/>
                    <a:pt x="512" y="4"/>
                  </a:cubicBezTo>
                  <a:cubicBezTo>
                    <a:pt x="483" y="4"/>
                    <a:pt x="447" y="1"/>
                    <a:pt x="4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7"/>
            <p:cNvSpPr/>
            <p:nvPr/>
          </p:nvSpPr>
          <p:spPr>
            <a:xfrm>
              <a:off x="7502527" y="1481009"/>
              <a:ext cx="45686" cy="45717"/>
            </a:xfrm>
            <a:custGeom>
              <a:avLst/>
              <a:gdLst/>
              <a:ahLst/>
              <a:cxnLst/>
              <a:rect l="l" t="t" r="r" b="b"/>
              <a:pathLst>
                <a:path w="1465" h="1466" extrusionOk="0">
                  <a:moveTo>
                    <a:pt x="738" y="441"/>
                  </a:moveTo>
                  <a:cubicBezTo>
                    <a:pt x="893" y="441"/>
                    <a:pt x="1036" y="572"/>
                    <a:pt x="1036" y="739"/>
                  </a:cubicBezTo>
                  <a:cubicBezTo>
                    <a:pt x="1036" y="894"/>
                    <a:pt x="893" y="1037"/>
                    <a:pt x="738" y="1037"/>
                  </a:cubicBezTo>
                  <a:cubicBezTo>
                    <a:pt x="572" y="1037"/>
                    <a:pt x="441" y="894"/>
                    <a:pt x="441" y="739"/>
                  </a:cubicBezTo>
                  <a:cubicBezTo>
                    <a:pt x="441" y="572"/>
                    <a:pt x="572" y="441"/>
                    <a:pt x="738" y="441"/>
                  </a:cubicBezTo>
                  <a:close/>
                  <a:moveTo>
                    <a:pt x="738" y="1"/>
                  </a:moveTo>
                  <a:cubicBezTo>
                    <a:pt x="334" y="1"/>
                    <a:pt x="0" y="334"/>
                    <a:pt x="0" y="739"/>
                  </a:cubicBezTo>
                  <a:cubicBezTo>
                    <a:pt x="0" y="1132"/>
                    <a:pt x="334" y="1465"/>
                    <a:pt x="738" y="1465"/>
                  </a:cubicBezTo>
                  <a:cubicBezTo>
                    <a:pt x="1131" y="1465"/>
                    <a:pt x="1465" y="1120"/>
                    <a:pt x="1465" y="739"/>
                  </a:cubicBezTo>
                  <a:cubicBezTo>
                    <a:pt x="1465" y="334"/>
                    <a:pt x="1131" y="1"/>
                    <a:pt x="7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7"/>
            <p:cNvSpPr/>
            <p:nvPr/>
          </p:nvSpPr>
          <p:spPr>
            <a:xfrm>
              <a:off x="7439034" y="1481009"/>
              <a:ext cx="45686" cy="45717"/>
            </a:xfrm>
            <a:custGeom>
              <a:avLst/>
              <a:gdLst/>
              <a:ahLst/>
              <a:cxnLst/>
              <a:rect l="l" t="t" r="r" b="b"/>
              <a:pathLst>
                <a:path w="1465" h="1466" extrusionOk="0">
                  <a:moveTo>
                    <a:pt x="715" y="441"/>
                  </a:moveTo>
                  <a:cubicBezTo>
                    <a:pt x="881" y="441"/>
                    <a:pt x="1012" y="572"/>
                    <a:pt x="1012" y="739"/>
                  </a:cubicBezTo>
                  <a:cubicBezTo>
                    <a:pt x="1012" y="894"/>
                    <a:pt x="881" y="1037"/>
                    <a:pt x="715" y="1037"/>
                  </a:cubicBezTo>
                  <a:cubicBezTo>
                    <a:pt x="548" y="1037"/>
                    <a:pt x="417" y="894"/>
                    <a:pt x="417" y="739"/>
                  </a:cubicBezTo>
                  <a:cubicBezTo>
                    <a:pt x="417" y="572"/>
                    <a:pt x="548" y="441"/>
                    <a:pt x="715" y="441"/>
                  </a:cubicBezTo>
                  <a:close/>
                  <a:moveTo>
                    <a:pt x="727" y="1"/>
                  </a:moveTo>
                  <a:cubicBezTo>
                    <a:pt x="334" y="1"/>
                    <a:pt x="0" y="334"/>
                    <a:pt x="0" y="739"/>
                  </a:cubicBezTo>
                  <a:cubicBezTo>
                    <a:pt x="0" y="1132"/>
                    <a:pt x="334" y="1465"/>
                    <a:pt x="727" y="1465"/>
                  </a:cubicBezTo>
                  <a:cubicBezTo>
                    <a:pt x="1131" y="1465"/>
                    <a:pt x="1465" y="1132"/>
                    <a:pt x="1465" y="739"/>
                  </a:cubicBezTo>
                  <a:cubicBezTo>
                    <a:pt x="1465" y="334"/>
                    <a:pt x="1131"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7"/>
            <p:cNvSpPr/>
            <p:nvPr/>
          </p:nvSpPr>
          <p:spPr>
            <a:xfrm>
              <a:off x="7375541" y="1481009"/>
              <a:ext cx="45312" cy="45717"/>
            </a:xfrm>
            <a:custGeom>
              <a:avLst/>
              <a:gdLst/>
              <a:ahLst/>
              <a:cxnLst/>
              <a:rect l="l" t="t" r="r" b="b"/>
              <a:pathLst>
                <a:path w="1453" h="1466" extrusionOk="0">
                  <a:moveTo>
                    <a:pt x="715" y="441"/>
                  </a:moveTo>
                  <a:cubicBezTo>
                    <a:pt x="881" y="441"/>
                    <a:pt x="1012" y="572"/>
                    <a:pt x="1012" y="739"/>
                  </a:cubicBezTo>
                  <a:cubicBezTo>
                    <a:pt x="1012" y="894"/>
                    <a:pt x="881" y="1037"/>
                    <a:pt x="715" y="1037"/>
                  </a:cubicBezTo>
                  <a:cubicBezTo>
                    <a:pt x="548" y="1037"/>
                    <a:pt x="417" y="894"/>
                    <a:pt x="417" y="739"/>
                  </a:cubicBezTo>
                  <a:cubicBezTo>
                    <a:pt x="417" y="572"/>
                    <a:pt x="548" y="441"/>
                    <a:pt x="715" y="441"/>
                  </a:cubicBezTo>
                  <a:close/>
                  <a:moveTo>
                    <a:pt x="727" y="1"/>
                  </a:moveTo>
                  <a:cubicBezTo>
                    <a:pt x="310" y="1"/>
                    <a:pt x="0" y="334"/>
                    <a:pt x="0" y="739"/>
                  </a:cubicBezTo>
                  <a:cubicBezTo>
                    <a:pt x="0" y="1132"/>
                    <a:pt x="322" y="1465"/>
                    <a:pt x="727" y="1465"/>
                  </a:cubicBezTo>
                  <a:cubicBezTo>
                    <a:pt x="1131" y="1465"/>
                    <a:pt x="1453" y="1132"/>
                    <a:pt x="1453" y="739"/>
                  </a:cubicBezTo>
                  <a:cubicBezTo>
                    <a:pt x="1453" y="334"/>
                    <a:pt x="1131"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7"/>
            <p:cNvSpPr/>
            <p:nvPr/>
          </p:nvSpPr>
          <p:spPr>
            <a:xfrm>
              <a:off x="7512911" y="1667401"/>
              <a:ext cx="117006" cy="100291"/>
            </a:xfrm>
            <a:custGeom>
              <a:avLst/>
              <a:gdLst/>
              <a:ahLst/>
              <a:cxnLst/>
              <a:rect l="l" t="t" r="r" b="b"/>
              <a:pathLst>
                <a:path w="3752" h="3216" extrusionOk="0">
                  <a:moveTo>
                    <a:pt x="1858" y="560"/>
                  </a:moveTo>
                  <a:cubicBezTo>
                    <a:pt x="2144" y="560"/>
                    <a:pt x="2382" y="739"/>
                    <a:pt x="2465" y="989"/>
                  </a:cubicBezTo>
                  <a:lnTo>
                    <a:pt x="1263" y="989"/>
                  </a:lnTo>
                  <a:cubicBezTo>
                    <a:pt x="1334" y="739"/>
                    <a:pt x="1572" y="560"/>
                    <a:pt x="1858" y="560"/>
                  </a:cubicBezTo>
                  <a:close/>
                  <a:moveTo>
                    <a:pt x="1656" y="1406"/>
                  </a:moveTo>
                  <a:lnTo>
                    <a:pt x="1656" y="2537"/>
                  </a:lnTo>
                  <a:cubicBezTo>
                    <a:pt x="1394" y="2465"/>
                    <a:pt x="1215" y="2227"/>
                    <a:pt x="1215" y="1941"/>
                  </a:cubicBezTo>
                  <a:lnTo>
                    <a:pt x="1215" y="1406"/>
                  </a:lnTo>
                  <a:close/>
                  <a:moveTo>
                    <a:pt x="2501" y="1429"/>
                  </a:moveTo>
                  <a:lnTo>
                    <a:pt x="2501" y="1953"/>
                  </a:lnTo>
                  <a:cubicBezTo>
                    <a:pt x="2501" y="2227"/>
                    <a:pt x="2322" y="2465"/>
                    <a:pt x="2072" y="2560"/>
                  </a:cubicBezTo>
                  <a:lnTo>
                    <a:pt x="2072" y="1429"/>
                  </a:lnTo>
                  <a:close/>
                  <a:moveTo>
                    <a:pt x="548" y="1"/>
                  </a:moveTo>
                  <a:cubicBezTo>
                    <a:pt x="429" y="1"/>
                    <a:pt x="346" y="84"/>
                    <a:pt x="346" y="203"/>
                  </a:cubicBezTo>
                  <a:lnTo>
                    <a:pt x="346" y="632"/>
                  </a:lnTo>
                  <a:cubicBezTo>
                    <a:pt x="346" y="834"/>
                    <a:pt x="441" y="1013"/>
                    <a:pt x="620" y="1084"/>
                  </a:cubicBezTo>
                  <a:lnTo>
                    <a:pt x="798" y="1167"/>
                  </a:lnTo>
                  <a:lnTo>
                    <a:pt x="798" y="1203"/>
                  </a:lnTo>
                  <a:lnTo>
                    <a:pt x="798" y="1394"/>
                  </a:lnTo>
                  <a:lnTo>
                    <a:pt x="203" y="1394"/>
                  </a:lnTo>
                  <a:cubicBezTo>
                    <a:pt x="84" y="1394"/>
                    <a:pt x="1" y="1489"/>
                    <a:pt x="1" y="1608"/>
                  </a:cubicBezTo>
                  <a:cubicBezTo>
                    <a:pt x="1" y="1727"/>
                    <a:pt x="84" y="1810"/>
                    <a:pt x="203" y="1810"/>
                  </a:cubicBezTo>
                  <a:lnTo>
                    <a:pt x="798" y="1810"/>
                  </a:lnTo>
                  <a:lnTo>
                    <a:pt x="798" y="1929"/>
                  </a:lnTo>
                  <a:lnTo>
                    <a:pt x="798" y="2037"/>
                  </a:lnTo>
                  <a:lnTo>
                    <a:pt x="620" y="2120"/>
                  </a:lnTo>
                  <a:cubicBezTo>
                    <a:pt x="465" y="2215"/>
                    <a:pt x="346" y="2382"/>
                    <a:pt x="346" y="2572"/>
                  </a:cubicBezTo>
                  <a:lnTo>
                    <a:pt x="346" y="3001"/>
                  </a:lnTo>
                  <a:cubicBezTo>
                    <a:pt x="346" y="3120"/>
                    <a:pt x="429" y="3215"/>
                    <a:pt x="548" y="3215"/>
                  </a:cubicBezTo>
                  <a:cubicBezTo>
                    <a:pt x="667" y="3215"/>
                    <a:pt x="763" y="3120"/>
                    <a:pt x="763" y="3001"/>
                  </a:cubicBezTo>
                  <a:lnTo>
                    <a:pt x="763" y="2572"/>
                  </a:lnTo>
                  <a:cubicBezTo>
                    <a:pt x="763" y="2537"/>
                    <a:pt x="775" y="2513"/>
                    <a:pt x="798" y="2513"/>
                  </a:cubicBezTo>
                  <a:lnTo>
                    <a:pt x="941" y="2453"/>
                  </a:lnTo>
                  <a:cubicBezTo>
                    <a:pt x="1120" y="2775"/>
                    <a:pt x="1477" y="3001"/>
                    <a:pt x="1870" y="3001"/>
                  </a:cubicBezTo>
                  <a:cubicBezTo>
                    <a:pt x="2275" y="3001"/>
                    <a:pt x="2620" y="2775"/>
                    <a:pt x="2811" y="2453"/>
                  </a:cubicBezTo>
                  <a:lnTo>
                    <a:pt x="2942" y="2513"/>
                  </a:lnTo>
                  <a:cubicBezTo>
                    <a:pt x="2977" y="2525"/>
                    <a:pt x="2989" y="2537"/>
                    <a:pt x="2989" y="2572"/>
                  </a:cubicBezTo>
                  <a:lnTo>
                    <a:pt x="2989" y="3001"/>
                  </a:lnTo>
                  <a:cubicBezTo>
                    <a:pt x="2989" y="3120"/>
                    <a:pt x="3084" y="3215"/>
                    <a:pt x="3203" y="3215"/>
                  </a:cubicBezTo>
                  <a:cubicBezTo>
                    <a:pt x="3323" y="3215"/>
                    <a:pt x="3406" y="3120"/>
                    <a:pt x="3406" y="3001"/>
                  </a:cubicBezTo>
                  <a:lnTo>
                    <a:pt x="3406" y="2572"/>
                  </a:lnTo>
                  <a:cubicBezTo>
                    <a:pt x="3406" y="2382"/>
                    <a:pt x="3299" y="2203"/>
                    <a:pt x="3120" y="2120"/>
                  </a:cubicBezTo>
                  <a:lnTo>
                    <a:pt x="2942" y="2037"/>
                  </a:lnTo>
                  <a:lnTo>
                    <a:pt x="2942" y="1929"/>
                  </a:lnTo>
                  <a:lnTo>
                    <a:pt x="2942" y="1810"/>
                  </a:lnTo>
                  <a:lnTo>
                    <a:pt x="3537" y="1810"/>
                  </a:lnTo>
                  <a:cubicBezTo>
                    <a:pt x="3656" y="1810"/>
                    <a:pt x="3751" y="1727"/>
                    <a:pt x="3751" y="1608"/>
                  </a:cubicBezTo>
                  <a:cubicBezTo>
                    <a:pt x="3751" y="1489"/>
                    <a:pt x="3656" y="1394"/>
                    <a:pt x="3537" y="1394"/>
                  </a:cubicBezTo>
                  <a:lnTo>
                    <a:pt x="2942" y="1394"/>
                  </a:lnTo>
                  <a:lnTo>
                    <a:pt x="2942" y="1203"/>
                  </a:lnTo>
                  <a:lnTo>
                    <a:pt x="2942" y="1167"/>
                  </a:lnTo>
                  <a:lnTo>
                    <a:pt x="3120" y="1084"/>
                  </a:lnTo>
                  <a:cubicBezTo>
                    <a:pt x="3287" y="989"/>
                    <a:pt x="3406" y="834"/>
                    <a:pt x="3406" y="632"/>
                  </a:cubicBezTo>
                  <a:lnTo>
                    <a:pt x="3406" y="203"/>
                  </a:lnTo>
                  <a:cubicBezTo>
                    <a:pt x="3406" y="84"/>
                    <a:pt x="3323" y="1"/>
                    <a:pt x="3203" y="1"/>
                  </a:cubicBezTo>
                  <a:cubicBezTo>
                    <a:pt x="3084" y="1"/>
                    <a:pt x="2965" y="84"/>
                    <a:pt x="2965" y="203"/>
                  </a:cubicBezTo>
                  <a:lnTo>
                    <a:pt x="2965" y="632"/>
                  </a:lnTo>
                  <a:cubicBezTo>
                    <a:pt x="2965" y="667"/>
                    <a:pt x="2942" y="691"/>
                    <a:pt x="2918" y="691"/>
                  </a:cubicBezTo>
                  <a:lnTo>
                    <a:pt x="2822" y="739"/>
                  </a:lnTo>
                  <a:cubicBezTo>
                    <a:pt x="2644" y="382"/>
                    <a:pt x="2287" y="132"/>
                    <a:pt x="1858" y="132"/>
                  </a:cubicBezTo>
                  <a:cubicBezTo>
                    <a:pt x="1429" y="132"/>
                    <a:pt x="1072" y="382"/>
                    <a:pt x="894" y="739"/>
                  </a:cubicBezTo>
                  <a:lnTo>
                    <a:pt x="798" y="691"/>
                  </a:lnTo>
                  <a:cubicBezTo>
                    <a:pt x="775" y="679"/>
                    <a:pt x="763" y="667"/>
                    <a:pt x="763" y="632"/>
                  </a:cubicBezTo>
                  <a:lnTo>
                    <a:pt x="763" y="203"/>
                  </a:lnTo>
                  <a:cubicBezTo>
                    <a:pt x="763" y="84"/>
                    <a:pt x="667" y="1"/>
                    <a:pt x="5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7"/>
            <p:cNvSpPr/>
            <p:nvPr/>
          </p:nvSpPr>
          <p:spPr>
            <a:xfrm>
              <a:off x="7427527" y="1575312"/>
              <a:ext cx="286653" cy="285187"/>
            </a:xfrm>
            <a:custGeom>
              <a:avLst/>
              <a:gdLst/>
              <a:ahLst/>
              <a:cxnLst/>
              <a:rect l="l" t="t" r="r" b="b"/>
              <a:pathLst>
                <a:path w="9192" h="9145" extrusionOk="0">
                  <a:moveTo>
                    <a:pt x="2012" y="430"/>
                  </a:moveTo>
                  <a:cubicBezTo>
                    <a:pt x="2167" y="430"/>
                    <a:pt x="2310" y="572"/>
                    <a:pt x="2310" y="727"/>
                  </a:cubicBezTo>
                  <a:cubicBezTo>
                    <a:pt x="2310" y="906"/>
                    <a:pt x="2167" y="1025"/>
                    <a:pt x="2012" y="1025"/>
                  </a:cubicBezTo>
                  <a:cubicBezTo>
                    <a:pt x="1846" y="1025"/>
                    <a:pt x="1715" y="894"/>
                    <a:pt x="1715" y="727"/>
                  </a:cubicBezTo>
                  <a:cubicBezTo>
                    <a:pt x="1715" y="572"/>
                    <a:pt x="1846" y="430"/>
                    <a:pt x="2012" y="430"/>
                  </a:cubicBezTo>
                  <a:close/>
                  <a:moveTo>
                    <a:pt x="7168" y="441"/>
                  </a:moveTo>
                  <a:cubicBezTo>
                    <a:pt x="7334" y="441"/>
                    <a:pt x="7465" y="584"/>
                    <a:pt x="7465" y="739"/>
                  </a:cubicBezTo>
                  <a:cubicBezTo>
                    <a:pt x="7465" y="906"/>
                    <a:pt x="7334" y="1037"/>
                    <a:pt x="7168" y="1037"/>
                  </a:cubicBezTo>
                  <a:cubicBezTo>
                    <a:pt x="7013" y="1037"/>
                    <a:pt x="6870" y="906"/>
                    <a:pt x="6870" y="739"/>
                  </a:cubicBezTo>
                  <a:cubicBezTo>
                    <a:pt x="6894" y="584"/>
                    <a:pt x="7025" y="441"/>
                    <a:pt x="7168" y="441"/>
                  </a:cubicBezTo>
                  <a:close/>
                  <a:moveTo>
                    <a:pt x="738" y="1703"/>
                  </a:moveTo>
                  <a:cubicBezTo>
                    <a:pt x="905" y="1703"/>
                    <a:pt x="1036" y="1834"/>
                    <a:pt x="1036" y="2001"/>
                  </a:cubicBezTo>
                  <a:cubicBezTo>
                    <a:pt x="1036" y="2156"/>
                    <a:pt x="905" y="2299"/>
                    <a:pt x="738" y="2299"/>
                  </a:cubicBezTo>
                  <a:cubicBezTo>
                    <a:pt x="584" y="2299"/>
                    <a:pt x="441" y="2156"/>
                    <a:pt x="441" y="2001"/>
                  </a:cubicBezTo>
                  <a:cubicBezTo>
                    <a:pt x="441" y="1823"/>
                    <a:pt x="584" y="1703"/>
                    <a:pt x="738" y="1703"/>
                  </a:cubicBezTo>
                  <a:close/>
                  <a:moveTo>
                    <a:pt x="8454" y="1703"/>
                  </a:moveTo>
                  <a:cubicBezTo>
                    <a:pt x="8620" y="1703"/>
                    <a:pt x="8751" y="1834"/>
                    <a:pt x="8751" y="2001"/>
                  </a:cubicBezTo>
                  <a:cubicBezTo>
                    <a:pt x="8751" y="2156"/>
                    <a:pt x="8620" y="2299"/>
                    <a:pt x="8454" y="2299"/>
                  </a:cubicBezTo>
                  <a:cubicBezTo>
                    <a:pt x="8287" y="2299"/>
                    <a:pt x="8156" y="2156"/>
                    <a:pt x="8156" y="2001"/>
                  </a:cubicBezTo>
                  <a:cubicBezTo>
                    <a:pt x="8156" y="1823"/>
                    <a:pt x="8287" y="1703"/>
                    <a:pt x="8454" y="1703"/>
                  </a:cubicBezTo>
                  <a:close/>
                  <a:moveTo>
                    <a:pt x="6894" y="2204"/>
                  </a:moveTo>
                  <a:cubicBezTo>
                    <a:pt x="6930" y="2204"/>
                    <a:pt x="6965" y="2227"/>
                    <a:pt x="6965" y="2275"/>
                  </a:cubicBezTo>
                  <a:lnTo>
                    <a:pt x="6965" y="6883"/>
                  </a:lnTo>
                  <a:cubicBezTo>
                    <a:pt x="6965" y="6918"/>
                    <a:pt x="6930" y="6954"/>
                    <a:pt x="6894" y="6954"/>
                  </a:cubicBezTo>
                  <a:lnTo>
                    <a:pt x="2286" y="6954"/>
                  </a:lnTo>
                  <a:cubicBezTo>
                    <a:pt x="2251" y="6954"/>
                    <a:pt x="2215" y="6918"/>
                    <a:pt x="2215" y="6883"/>
                  </a:cubicBezTo>
                  <a:lnTo>
                    <a:pt x="2215" y="2275"/>
                  </a:lnTo>
                  <a:cubicBezTo>
                    <a:pt x="2215" y="2227"/>
                    <a:pt x="2251" y="2204"/>
                    <a:pt x="2286" y="2204"/>
                  </a:cubicBezTo>
                  <a:close/>
                  <a:moveTo>
                    <a:pt x="738" y="6847"/>
                  </a:moveTo>
                  <a:cubicBezTo>
                    <a:pt x="905" y="6847"/>
                    <a:pt x="1036" y="6978"/>
                    <a:pt x="1036" y="7145"/>
                  </a:cubicBezTo>
                  <a:cubicBezTo>
                    <a:pt x="1036" y="7311"/>
                    <a:pt x="905" y="7442"/>
                    <a:pt x="738" y="7442"/>
                  </a:cubicBezTo>
                  <a:cubicBezTo>
                    <a:pt x="584" y="7442"/>
                    <a:pt x="441" y="7311"/>
                    <a:pt x="441" y="7145"/>
                  </a:cubicBezTo>
                  <a:cubicBezTo>
                    <a:pt x="441" y="6978"/>
                    <a:pt x="584" y="6847"/>
                    <a:pt x="738" y="6847"/>
                  </a:cubicBezTo>
                  <a:close/>
                  <a:moveTo>
                    <a:pt x="8454" y="6847"/>
                  </a:moveTo>
                  <a:cubicBezTo>
                    <a:pt x="8620" y="6847"/>
                    <a:pt x="8751" y="6978"/>
                    <a:pt x="8751" y="7145"/>
                  </a:cubicBezTo>
                  <a:cubicBezTo>
                    <a:pt x="8751" y="7311"/>
                    <a:pt x="8620" y="7442"/>
                    <a:pt x="8454" y="7442"/>
                  </a:cubicBezTo>
                  <a:cubicBezTo>
                    <a:pt x="8287" y="7442"/>
                    <a:pt x="8156" y="7311"/>
                    <a:pt x="8156" y="7145"/>
                  </a:cubicBezTo>
                  <a:cubicBezTo>
                    <a:pt x="8156" y="6978"/>
                    <a:pt x="8287" y="6847"/>
                    <a:pt x="8454" y="6847"/>
                  </a:cubicBezTo>
                  <a:close/>
                  <a:moveTo>
                    <a:pt x="2012" y="8097"/>
                  </a:moveTo>
                  <a:cubicBezTo>
                    <a:pt x="2167" y="8097"/>
                    <a:pt x="2310" y="8228"/>
                    <a:pt x="2310" y="8395"/>
                  </a:cubicBezTo>
                  <a:cubicBezTo>
                    <a:pt x="2310" y="8561"/>
                    <a:pt x="2167" y="8692"/>
                    <a:pt x="2012" y="8692"/>
                  </a:cubicBezTo>
                  <a:cubicBezTo>
                    <a:pt x="1846" y="8692"/>
                    <a:pt x="1715" y="8561"/>
                    <a:pt x="1715" y="8395"/>
                  </a:cubicBezTo>
                  <a:cubicBezTo>
                    <a:pt x="1715" y="8228"/>
                    <a:pt x="1846" y="8097"/>
                    <a:pt x="2012" y="8097"/>
                  </a:cubicBezTo>
                  <a:close/>
                  <a:moveTo>
                    <a:pt x="7168" y="8109"/>
                  </a:moveTo>
                  <a:cubicBezTo>
                    <a:pt x="7334" y="8109"/>
                    <a:pt x="7465" y="8252"/>
                    <a:pt x="7465" y="8407"/>
                  </a:cubicBezTo>
                  <a:cubicBezTo>
                    <a:pt x="7465" y="8573"/>
                    <a:pt x="7334" y="8704"/>
                    <a:pt x="7168" y="8704"/>
                  </a:cubicBezTo>
                  <a:cubicBezTo>
                    <a:pt x="7013" y="8704"/>
                    <a:pt x="6870" y="8573"/>
                    <a:pt x="6870" y="8407"/>
                  </a:cubicBezTo>
                  <a:cubicBezTo>
                    <a:pt x="6894" y="8228"/>
                    <a:pt x="7025" y="8109"/>
                    <a:pt x="7168" y="8109"/>
                  </a:cubicBezTo>
                  <a:close/>
                  <a:moveTo>
                    <a:pt x="2024" y="1"/>
                  </a:moveTo>
                  <a:cubicBezTo>
                    <a:pt x="1619" y="1"/>
                    <a:pt x="1286" y="322"/>
                    <a:pt x="1286" y="727"/>
                  </a:cubicBezTo>
                  <a:cubicBezTo>
                    <a:pt x="1286" y="1132"/>
                    <a:pt x="1619" y="1465"/>
                    <a:pt x="2024" y="1465"/>
                  </a:cubicBezTo>
                  <a:cubicBezTo>
                    <a:pt x="2346" y="1465"/>
                    <a:pt x="2620" y="1251"/>
                    <a:pt x="2703" y="953"/>
                  </a:cubicBezTo>
                  <a:lnTo>
                    <a:pt x="3108" y="953"/>
                  </a:lnTo>
                  <a:cubicBezTo>
                    <a:pt x="3155" y="953"/>
                    <a:pt x="3179" y="977"/>
                    <a:pt x="3179" y="1025"/>
                  </a:cubicBezTo>
                  <a:lnTo>
                    <a:pt x="3179" y="1775"/>
                  </a:lnTo>
                  <a:lnTo>
                    <a:pt x="2298" y="1775"/>
                  </a:lnTo>
                  <a:cubicBezTo>
                    <a:pt x="2024" y="1775"/>
                    <a:pt x="1798" y="2001"/>
                    <a:pt x="1798" y="2275"/>
                  </a:cubicBezTo>
                  <a:lnTo>
                    <a:pt x="1798" y="3156"/>
                  </a:lnTo>
                  <a:lnTo>
                    <a:pt x="1024" y="3156"/>
                  </a:lnTo>
                  <a:cubicBezTo>
                    <a:pt x="977" y="3156"/>
                    <a:pt x="953" y="3132"/>
                    <a:pt x="953" y="3085"/>
                  </a:cubicBezTo>
                  <a:lnTo>
                    <a:pt x="953" y="2680"/>
                  </a:lnTo>
                  <a:cubicBezTo>
                    <a:pt x="1250" y="2596"/>
                    <a:pt x="1453" y="2311"/>
                    <a:pt x="1453" y="2001"/>
                  </a:cubicBezTo>
                  <a:cubicBezTo>
                    <a:pt x="1453" y="1596"/>
                    <a:pt x="1131" y="1263"/>
                    <a:pt x="727" y="1263"/>
                  </a:cubicBezTo>
                  <a:cubicBezTo>
                    <a:pt x="322" y="1263"/>
                    <a:pt x="0" y="1596"/>
                    <a:pt x="0" y="2001"/>
                  </a:cubicBezTo>
                  <a:cubicBezTo>
                    <a:pt x="0" y="2323"/>
                    <a:pt x="203" y="2596"/>
                    <a:pt x="500" y="2680"/>
                  </a:cubicBezTo>
                  <a:lnTo>
                    <a:pt x="500" y="3085"/>
                  </a:lnTo>
                  <a:cubicBezTo>
                    <a:pt x="500" y="3370"/>
                    <a:pt x="727" y="3585"/>
                    <a:pt x="1012" y="3585"/>
                  </a:cubicBezTo>
                  <a:lnTo>
                    <a:pt x="1786" y="3585"/>
                  </a:lnTo>
                  <a:lnTo>
                    <a:pt x="1786" y="4359"/>
                  </a:lnTo>
                  <a:lnTo>
                    <a:pt x="727" y="4359"/>
                  </a:lnTo>
                  <a:cubicBezTo>
                    <a:pt x="607" y="4359"/>
                    <a:pt x="512" y="4454"/>
                    <a:pt x="512" y="4573"/>
                  </a:cubicBezTo>
                  <a:cubicBezTo>
                    <a:pt x="512" y="4692"/>
                    <a:pt x="607" y="4775"/>
                    <a:pt x="727" y="4775"/>
                  </a:cubicBezTo>
                  <a:lnTo>
                    <a:pt x="1786" y="4775"/>
                  </a:lnTo>
                  <a:lnTo>
                    <a:pt x="1786" y="5549"/>
                  </a:lnTo>
                  <a:lnTo>
                    <a:pt x="1012" y="5549"/>
                  </a:lnTo>
                  <a:cubicBezTo>
                    <a:pt x="727" y="5549"/>
                    <a:pt x="500" y="5775"/>
                    <a:pt x="500" y="6061"/>
                  </a:cubicBezTo>
                  <a:lnTo>
                    <a:pt x="500" y="6466"/>
                  </a:lnTo>
                  <a:cubicBezTo>
                    <a:pt x="203" y="6549"/>
                    <a:pt x="0" y="6835"/>
                    <a:pt x="0" y="7145"/>
                  </a:cubicBezTo>
                  <a:cubicBezTo>
                    <a:pt x="0" y="7549"/>
                    <a:pt x="322" y="7871"/>
                    <a:pt x="727" y="7871"/>
                  </a:cubicBezTo>
                  <a:cubicBezTo>
                    <a:pt x="1131" y="7871"/>
                    <a:pt x="1453" y="7549"/>
                    <a:pt x="1453" y="7145"/>
                  </a:cubicBezTo>
                  <a:cubicBezTo>
                    <a:pt x="1453" y="6823"/>
                    <a:pt x="1250" y="6549"/>
                    <a:pt x="953" y="6466"/>
                  </a:cubicBezTo>
                  <a:lnTo>
                    <a:pt x="953" y="6061"/>
                  </a:lnTo>
                  <a:cubicBezTo>
                    <a:pt x="953" y="6014"/>
                    <a:pt x="977" y="5990"/>
                    <a:pt x="1024" y="5990"/>
                  </a:cubicBezTo>
                  <a:lnTo>
                    <a:pt x="1798" y="5990"/>
                  </a:lnTo>
                  <a:lnTo>
                    <a:pt x="1798" y="6859"/>
                  </a:lnTo>
                  <a:cubicBezTo>
                    <a:pt x="1798" y="7145"/>
                    <a:pt x="2024" y="7371"/>
                    <a:pt x="2298" y="7371"/>
                  </a:cubicBezTo>
                  <a:lnTo>
                    <a:pt x="3179" y="7371"/>
                  </a:lnTo>
                  <a:lnTo>
                    <a:pt x="3179" y="8109"/>
                  </a:lnTo>
                  <a:cubicBezTo>
                    <a:pt x="3179" y="8157"/>
                    <a:pt x="3155" y="8192"/>
                    <a:pt x="3108" y="8192"/>
                  </a:cubicBezTo>
                  <a:lnTo>
                    <a:pt x="2703" y="8192"/>
                  </a:lnTo>
                  <a:cubicBezTo>
                    <a:pt x="2620" y="7895"/>
                    <a:pt x="2334" y="7680"/>
                    <a:pt x="2024" y="7680"/>
                  </a:cubicBezTo>
                  <a:cubicBezTo>
                    <a:pt x="1619" y="7680"/>
                    <a:pt x="1286" y="8014"/>
                    <a:pt x="1286" y="8407"/>
                  </a:cubicBezTo>
                  <a:cubicBezTo>
                    <a:pt x="1286" y="8812"/>
                    <a:pt x="1619" y="9145"/>
                    <a:pt x="2024" y="9145"/>
                  </a:cubicBezTo>
                  <a:cubicBezTo>
                    <a:pt x="2346" y="9145"/>
                    <a:pt x="2620" y="8931"/>
                    <a:pt x="2703" y="8633"/>
                  </a:cubicBezTo>
                  <a:lnTo>
                    <a:pt x="3108" y="8633"/>
                  </a:lnTo>
                  <a:cubicBezTo>
                    <a:pt x="3394" y="8633"/>
                    <a:pt x="3608" y="8407"/>
                    <a:pt x="3608" y="8133"/>
                  </a:cubicBezTo>
                  <a:lnTo>
                    <a:pt x="3608" y="7383"/>
                  </a:lnTo>
                  <a:lnTo>
                    <a:pt x="4382" y="7383"/>
                  </a:lnTo>
                  <a:lnTo>
                    <a:pt x="4382" y="8407"/>
                  </a:lnTo>
                  <a:cubicBezTo>
                    <a:pt x="4382" y="8526"/>
                    <a:pt x="4477" y="8621"/>
                    <a:pt x="4596" y="8621"/>
                  </a:cubicBezTo>
                  <a:cubicBezTo>
                    <a:pt x="4715" y="8621"/>
                    <a:pt x="4798" y="8526"/>
                    <a:pt x="4798" y="8407"/>
                  </a:cubicBezTo>
                  <a:lnTo>
                    <a:pt x="4798" y="7383"/>
                  </a:lnTo>
                  <a:lnTo>
                    <a:pt x="5572" y="7383"/>
                  </a:lnTo>
                  <a:lnTo>
                    <a:pt x="5572" y="8133"/>
                  </a:lnTo>
                  <a:cubicBezTo>
                    <a:pt x="5572" y="8407"/>
                    <a:pt x="5799" y="8633"/>
                    <a:pt x="6084" y="8633"/>
                  </a:cubicBezTo>
                  <a:lnTo>
                    <a:pt x="6489" y="8633"/>
                  </a:lnTo>
                  <a:cubicBezTo>
                    <a:pt x="6572" y="8931"/>
                    <a:pt x="6858" y="9145"/>
                    <a:pt x="7168" y="9145"/>
                  </a:cubicBezTo>
                  <a:cubicBezTo>
                    <a:pt x="7573" y="9145"/>
                    <a:pt x="7906" y="8812"/>
                    <a:pt x="7906" y="8407"/>
                  </a:cubicBezTo>
                  <a:cubicBezTo>
                    <a:pt x="7906" y="8014"/>
                    <a:pt x="7573" y="7680"/>
                    <a:pt x="7168" y="7680"/>
                  </a:cubicBezTo>
                  <a:cubicBezTo>
                    <a:pt x="6846" y="7680"/>
                    <a:pt x="6572" y="7895"/>
                    <a:pt x="6489" y="8192"/>
                  </a:cubicBezTo>
                  <a:lnTo>
                    <a:pt x="6084" y="8192"/>
                  </a:lnTo>
                  <a:cubicBezTo>
                    <a:pt x="6037" y="8192"/>
                    <a:pt x="6013" y="8157"/>
                    <a:pt x="6013" y="8109"/>
                  </a:cubicBezTo>
                  <a:lnTo>
                    <a:pt x="6013" y="7371"/>
                  </a:lnTo>
                  <a:lnTo>
                    <a:pt x="6894" y="7371"/>
                  </a:lnTo>
                  <a:cubicBezTo>
                    <a:pt x="7168" y="7371"/>
                    <a:pt x="7394" y="7145"/>
                    <a:pt x="7394" y="6859"/>
                  </a:cubicBezTo>
                  <a:lnTo>
                    <a:pt x="7394" y="5990"/>
                  </a:lnTo>
                  <a:lnTo>
                    <a:pt x="8168" y="5990"/>
                  </a:lnTo>
                  <a:cubicBezTo>
                    <a:pt x="8216" y="5990"/>
                    <a:pt x="8239" y="6014"/>
                    <a:pt x="8239" y="6061"/>
                  </a:cubicBezTo>
                  <a:lnTo>
                    <a:pt x="8239" y="6466"/>
                  </a:lnTo>
                  <a:cubicBezTo>
                    <a:pt x="7942" y="6549"/>
                    <a:pt x="7739" y="6835"/>
                    <a:pt x="7739" y="7145"/>
                  </a:cubicBezTo>
                  <a:cubicBezTo>
                    <a:pt x="7739" y="7549"/>
                    <a:pt x="8061" y="7871"/>
                    <a:pt x="8466" y="7871"/>
                  </a:cubicBezTo>
                  <a:cubicBezTo>
                    <a:pt x="8870" y="7871"/>
                    <a:pt x="9192" y="7549"/>
                    <a:pt x="9192" y="7145"/>
                  </a:cubicBezTo>
                  <a:cubicBezTo>
                    <a:pt x="9192" y="6823"/>
                    <a:pt x="8989" y="6549"/>
                    <a:pt x="8692" y="6466"/>
                  </a:cubicBezTo>
                  <a:lnTo>
                    <a:pt x="8692" y="6061"/>
                  </a:lnTo>
                  <a:cubicBezTo>
                    <a:pt x="8692" y="5775"/>
                    <a:pt x="8466" y="5549"/>
                    <a:pt x="8180" y="5549"/>
                  </a:cubicBezTo>
                  <a:lnTo>
                    <a:pt x="7406" y="5549"/>
                  </a:lnTo>
                  <a:lnTo>
                    <a:pt x="7406" y="4775"/>
                  </a:lnTo>
                  <a:lnTo>
                    <a:pt x="8466" y="4775"/>
                  </a:lnTo>
                  <a:cubicBezTo>
                    <a:pt x="8585" y="4775"/>
                    <a:pt x="8680" y="4692"/>
                    <a:pt x="8680" y="4573"/>
                  </a:cubicBezTo>
                  <a:cubicBezTo>
                    <a:pt x="8680" y="4454"/>
                    <a:pt x="8585" y="4359"/>
                    <a:pt x="8466" y="4359"/>
                  </a:cubicBezTo>
                  <a:lnTo>
                    <a:pt x="7406" y="4359"/>
                  </a:lnTo>
                  <a:lnTo>
                    <a:pt x="7406" y="3585"/>
                  </a:lnTo>
                  <a:lnTo>
                    <a:pt x="8180" y="3585"/>
                  </a:lnTo>
                  <a:cubicBezTo>
                    <a:pt x="8466" y="3585"/>
                    <a:pt x="8692" y="3370"/>
                    <a:pt x="8692" y="3085"/>
                  </a:cubicBezTo>
                  <a:lnTo>
                    <a:pt x="8692" y="2680"/>
                  </a:lnTo>
                  <a:cubicBezTo>
                    <a:pt x="8989" y="2596"/>
                    <a:pt x="9192" y="2311"/>
                    <a:pt x="9192" y="2001"/>
                  </a:cubicBezTo>
                  <a:cubicBezTo>
                    <a:pt x="9192" y="1596"/>
                    <a:pt x="8870" y="1263"/>
                    <a:pt x="8466" y="1263"/>
                  </a:cubicBezTo>
                  <a:cubicBezTo>
                    <a:pt x="8061" y="1263"/>
                    <a:pt x="7739" y="1596"/>
                    <a:pt x="7739" y="2001"/>
                  </a:cubicBezTo>
                  <a:cubicBezTo>
                    <a:pt x="7739" y="2323"/>
                    <a:pt x="7942" y="2596"/>
                    <a:pt x="8239" y="2680"/>
                  </a:cubicBezTo>
                  <a:lnTo>
                    <a:pt x="8239" y="3085"/>
                  </a:lnTo>
                  <a:cubicBezTo>
                    <a:pt x="8239" y="3132"/>
                    <a:pt x="8216" y="3156"/>
                    <a:pt x="8168" y="3156"/>
                  </a:cubicBezTo>
                  <a:lnTo>
                    <a:pt x="7394" y="3156"/>
                  </a:lnTo>
                  <a:lnTo>
                    <a:pt x="7394" y="2275"/>
                  </a:lnTo>
                  <a:cubicBezTo>
                    <a:pt x="7394" y="2001"/>
                    <a:pt x="7168" y="1775"/>
                    <a:pt x="6894" y="1775"/>
                  </a:cubicBezTo>
                  <a:lnTo>
                    <a:pt x="6013" y="1775"/>
                  </a:lnTo>
                  <a:lnTo>
                    <a:pt x="6013" y="1025"/>
                  </a:lnTo>
                  <a:cubicBezTo>
                    <a:pt x="6013" y="989"/>
                    <a:pt x="6037" y="953"/>
                    <a:pt x="6084" y="953"/>
                  </a:cubicBezTo>
                  <a:lnTo>
                    <a:pt x="6489" y="953"/>
                  </a:lnTo>
                  <a:cubicBezTo>
                    <a:pt x="6572" y="1251"/>
                    <a:pt x="6858" y="1465"/>
                    <a:pt x="7168" y="1465"/>
                  </a:cubicBezTo>
                  <a:cubicBezTo>
                    <a:pt x="7573" y="1465"/>
                    <a:pt x="7906" y="1132"/>
                    <a:pt x="7906" y="727"/>
                  </a:cubicBezTo>
                  <a:cubicBezTo>
                    <a:pt x="7906" y="334"/>
                    <a:pt x="7573" y="1"/>
                    <a:pt x="7168" y="1"/>
                  </a:cubicBezTo>
                  <a:cubicBezTo>
                    <a:pt x="6846" y="1"/>
                    <a:pt x="6572" y="215"/>
                    <a:pt x="6489" y="513"/>
                  </a:cubicBezTo>
                  <a:lnTo>
                    <a:pt x="6084" y="513"/>
                  </a:lnTo>
                  <a:cubicBezTo>
                    <a:pt x="5799" y="513"/>
                    <a:pt x="5572" y="727"/>
                    <a:pt x="5572" y="1013"/>
                  </a:cubicBezTo>
                  <a:lnTo>
                    <a:pt x="5572" y="1763"/>
                  </a:lnTo>
                  <a:lnTo>
                    <a:pt x="4798" y="1763"/>
                  </a:lnTo>
                  <a:lnTo>
                    <a:pt x="4798" y="727"/>
                  </a:lnTo>
                  <a:cubicBezTo>
                    <a:pt x="4798" y="608"/>
                    <a:pt x="4715" y="525"/>
                    <a:pt x="4596" y="525"/>
                  </a:cubicBezTo>
                  <a:cubicBezTo>
                    <a:pt x="4477" y="525"/>
                    <a:pt x="4382" y="608"/>
                    <a:pt x="4382" y="727"/>
                  </a:cubicBezTo>
                  <a:lnTo>
                    <a:pt x="4382" y="1763"/>
                  </a:lnTo>
                  <a:lnTo>
                    <a:pt x="3608" y="1763"/>
                  </a:lnTo>
                  <a:lnTo>
                    <a:pt x="3608" y="1013"/>
                  </a:lnTo>
                  <a:cubicBezTo>
                    <a:pt x="3608" y="727"/>
                    <a:pt x="3394" y="513"/>
                    <a:pt x="3108" y="513"/>
                  </a:cubicBezTo>
                  <a:lnTo>
                    <a:pt x="2703" y="513"/>
                  </a:lnTo>
                  <a:cubicBezTo>
                    <a:pt x="2620" y="215"/>
                    <a:pt x="2334" y="1"/>
                    <a:pt x="20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7"/>
            <p:cNvSpPr/>
            <p:nvPr/>
          </p:nvSpPr>
          <p:spPr>
            <a:xfrm>
              <a:off x="7342111" y="1449824"/>
              <a:ext cx="270717" cy="286309"/>
            </a:xfrm>
            <a:custGeom>
              <a:avLst/>
              <a:gdLst/>
              <a:ahLst/>
              <a:cxnLst/>
              <a:rect l="l" t="t" r="r" b="b"/>
              <a:pathLst>
                <a:path w="8681" h="9181" extrusionOk="0">
                  <a:moveTo>
                    <a:pt x="644" y="1"/>
                  </a:moveTo>
                  <a:cubicBezTo>
                    <a:pt x="287" y="1"/>
                    <a:pt x="1" y="286"/>
                    <a:pt x="1" y="644"/>
                  </a:cubicBezTo>
                  <a:lnTo>
                    <a:pt x="1" y="8978"/>
                  </a:lnTo>
                  <a:cubicBezTo>
                    <a:pt x="1" y="9085"/>
                    <a:pt x="108" y="9180"/>
                    <a:pt x="227" y="9180"/>
                  </a:cubicBezTo>
                  <a:cubicBezTo>
                    <a:pt x="346" y="9180"/>
                    <a:pt x="429" y="9085"/>
                    <a:pt x="429" y="8966"/>
                  </a:cubicBezTo>
                  <a:lnTo>
                    <a:pt x="429" y="3477"/>
                  </a:lnTo>
                  <a:lnTo>
                    <a:pt x="8466" y="3477"/>
                  </a:lnTo>
                  <a:cubicBezTo>
                    <a:pt x="8585" y="3477"/>
                    <a:pt x="8680" y="3382"/>
                    <a:pt x="8680" y="3263"/>
                  </a:cubicBezTo>
                  <a:cubicBezTo>
                    <a:pt x="8680" y="3144"/>
                    <a:pt x="8585" y="3060"/>
                    <a:pt x="8466" y="3060"/>
                  </a:cubicBezTo>
                  <a:lnTo>
                    <a:pt x="429" y="3060"/>
                  </a:lnTo>
                  <a:lnTo>
                    <a:pt x="429" y="632"/>
                  </a:lnTo>
                  <a:cubicBezTo>
                    <a:pt x="429" y="513"/>
                    <a:pt x="525" y="417"/>
                    <a:pt x="644" y="417"/>
                  </a:cubicBezTo>
                  <a:lnTo>
                    <a:pt x="3620" y="417"/>
                  </a:lnTo>
                  <a:cubicBezTo>
                    <a:pt x="3739" y="417"/>
                    <a:pt x="3823" y="334"/>
                    <a:pt x="3823" y="215"/>
                  </a:cubicBezTo>
                  <a:cubicBezTo>
                    <a:pt x="3823" y="96"/>
                    <a:pt x="3739" y="1"/>
                    <a:pt x="3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7"/>
            <p:cNvSpPr/>
            <p:nvPr/>
          </p:nvSpPr>
          <p:spPr>
            <a:xfrm>
              <a:off x="7342859" y="1449075"/>
              <a:ext cx="456736" cy="440395"/>
            </a:xfrm>
            <a:custGeom>
              <a:avLst/>
              <a:gdLst/>
              <a:ahLst/>
              <a:cxnLst/>
              <a:rect l="l" t="t" r="r" b="b"/>
              <a:pathLst>
                <a:path w="14646" h="14122" extrusionOk="0">
                  <a:moveTo>
                    <a:pt x="4549" y="1"/>
                  </a:moveTo>
                  <a:cubicBezTo>
                    <a:pt x="4430" y="1"/>
                    <a:pt x="4334" y="96"/>
                    <a:pt x="4334" y="215"/>
                  </a:cubicBezTo>
                  <a:cubicBezTo>
                    <a:pt x="4334" y="334"/>
                    <a:pt x="4418" y="418"/>
                    <a:pt x="4549" y="418"/>
                  </a:cubicBezTo>
                  <a:lnTo>
                    <a:pt x="13990" y="418"/>
                  </a:lnTo>
                  <a:cubicBezTo>
                    <a:pt x="14110" y="418"/>
                    <a:pt x="14205" y="513"/>
                    <a:pt x="14205" y="632"/>
                  </a:cubicBezTo>
                  <a:lnTo>
                    <a:pt x="14205" y="3049"/>
                  </a:lnTo>
                  <a:lnTo>
                    <a:pt x="9371" y="3049"/>
                  </a:lnTo>
                  <a:cubicBezTo>
                    <a:pt x="9252" y="3049"/>
                    <a:pt x="9157" y="3144"/>
                    <a:pt x="9157" y="3263"/>
                  </a:cubicBezTo>
                  <a:cubicBezTo>
                    <a:pt x="9157" y="3382"/>
                    <a:pt x="9252" y="3465"/>
                    <a:pt x="9371" y="3465"/>
                  </a:cubicBezTo>
                  <a:lnTo>
                    <a:pt x="14205" y="3465"/>
                  </a:lnTo>
                  <a:lnTo>
                    <a:pt x="14205" y="13491"/>
                  </a:lnTo>
                  <a:cubicBezTo>
                    <a:pt x="14205" y="13610"/>
                    <a:pt x="14110" y="13693"/>
                    <a:pt x="13990" y="13693"/>
                  </a:cubicBezTo>
                  <a:lnTo>
                    <a:pt x="632" y="13693"/>
                  </a:lnTo>
                  <a:cubicBezTo>
                    <a:pt x="513" y="13693"/>
                    <a:pt x="417" y="13610"/>
                    <a:pt x="417" y="13491"/>
                  </a:cubicBezTo>
                  <a:lnTo>
                    <a:pt x="417" y="9883"/>
                  </a:lnTo>
                  <a:cubicBezTo>
                    <a:pt x="417" y="9764"/>
                    <a:pt x="334" y="9681"/>
                    <a:pt x="215" y="9681"/>
                  </a:cubicBezTo>
                  <a:cubicBezTo>
                    <a:pt x="96" y="9681"/>
                    <a:pt x="1" y="9764"/>
                    <a:pt x="1" y="9883"/>
                  </a:cubicBezTo>
                  <a:lnTo>
                    <a:pt x="1" y="13491"/>
                  </a:lnTo>
                  <a:cubicBezTo>
                    <a:pt x="1" y="13848"/>
                    <a:pt x="286" y="14122"/>
                    <a:pt x="644" y="14122"/>
                  </a:cubicBezTo>
                  <a:lnTo>
                    <a:pt x="14002" y="14122"/>
                  </a:lnTo>
                  <a:cubicBezTo>
                    <a:pt x="14360" y="14122"/>
                    <a:pt x="14645" y="13848"/>
                    <a:pt x="14645" y="13491"/>
                  </a:cubicBezTo>
                  <a:lnTo>
                    <a:pt x="14645" y="608"/>
                  </a:lnTo>
                  <a:cubicBezTo>
                    <a:pt x="14633" y="298"/>
                    <a:pt x="14348" y="1"/>
                    <a:pt x="139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 name="Google Shape;278;p37"/>
          <p:cNvGrpSpPr/>
          <p:nvPr/>
        </p:nvGrpSpPr>
        <p:grpSpPr>
          <a:xfrm>
            <a:off x="4950392" y="1476678"/>
            <a:ext cx="396745" cy="578181"/>
            <a:chOff x="6542418" y="1441653"/>
            <a:chExt cx="313409" cy="456736"/>
          </a:xfrm>
        </p:grpSpPr>
        <p:sp>
          <p:nvSpPr>
            <p:cNvPr id="279" name="Google Shape;279;p37"/>
            <p:cNvSpPr/>
            <p:nvPr/>
          </p:nvSpPr>
          <p:spPr>
            <a:xfrm>
              <a:off x="6554425" y="1447975"/>
              <a:ext cx="287073" cy="435187"/>
            </a:xfrm>
            <a:custGeom>
              <a:avLst/>
              <a:gdLst/>
              <a:ahLst/>
              <a:cxnLst/>
              <a:rect l="l" t="t" r="r" b="b"/>
              <a:pathLst>
                <a:path w="9133" h="13955" extrusionOk="0">
                  <a:moveTo>
                    <a:pt x="429" y="0"/>
                  </a:moveTo>
                  <a:cubicBezTo>
                    <a:pt x="191" y="0"/>
                    <a:pt x="0" y="202"/>
                    <a:pt x="0" y="441"/>
                  </a:cubicBezTo>
                  <a:lnTo>
                    <a:pt x="0" y="11347"/>
                  </a:lnTo>
                  <a:lnTo>
                    <a:pt x="274" y="13526"/>
                  </a:lnTo>
                  <a:cubicBezTo>
                    <a:pt x="274" y="13764"/>
                    <a:pt x="477" y="13954"/>
                    <a:pt x="715" y="13954"/>
                  </a:cubicBezTo>
                  <a:lnTo>
                    <a:pt x="8704" y="13954"/>
                  </a:lnTo>
                  <a:cubicBezTo>
                    <a:pt x="8942" y="13954"/>
                    <a:pt x="9132" y="13764"/>
                    <a:pt x="9132" y="13526"/>
                  </a:cubicBezTo>
                  <a:lnTo>
                    <a:pt x="9132" y="441"/>
                  </a:lnTo>
                  <a:cubicBezTo>
                    <a:pt x="9132" y="202"/>
                    <a:pt x="8942" y="0"/>
                    <a:pt x="8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7"/>
            <p:cNvSpPr/>
            <p:nvPr/>
          </p:nvSpPr>
          <p:spPr>
            <a:xfrm>
              <a:off x="6809018" y="1448327"/>
              <a:ext cx="40135" cy="441891"/>
            </a:xfrm>
            <a:custGeom>
              <a:avLst/>
              <a:gdLst/>
              <a:ahLst/>
              <a:cxnLst/>
              <a:rect l="l" t="t" r="r" b="b"/>
              <a:pathLst>
                <a:path w="1287" h="14170" extrusionOk="0">
                  <a:moveTo>
                    <a:pt x="1" y="1"/>
                  </a:moveTo>
                  <a:cubicBezTo>
                    <a:pt x="239" y="1"/>
                    <a:pt x="429" y="191"/>
                    <a:pt x="429" y="430"/>
                  </a:cubicBezTo>
                  <a:lnTo>
                    <a:pt x="429" y="13788"/>
                  </a:lnTo>
                  <a:cubicBezTo>
                    <a:pt x="429" y="14027"/>
                    <a:pt x="239" y="14169"/>
                    <a:pt x="1" y="14169"/>
                  </a:cubicBezTo>
                  <a:lnTo>
                    <a:pt x="560" y="14169"/>
                  </a:lnTo>
                  <a:cubicBezTo>
                    <a:pt x="798" y="14169"/>
                    <a:pt x="989" y="14027"/>
                    <a:pt x="989" y="13788"/>
                  </a:cubicBezTo>
                  <a:lnTo>
                    <a:pt x="1275" y="11336"/>
                  </a:lnTo>
                  <a:lnTo>
                    <a:pt x="1275" y="430"/>
                  </a:lnTo>
                  <a:cubicBezTo>
                    <a:pt x="1287" y="191"/>
                    <a:pt x="1096" y="1"/>
                    <a:pt x="858" y="1"/>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7"/>
            <p:cNvSpPr/>
            <p:nvPr/>
          </p:nvSpPr>
          <p:spPr>
            <a:xfrm>
              <a:off x="6597740" y="1579397"/>
              <a:ext cx="202391" cy="118472"/>
            </a:xfrm>
            <a:custGeom>
              <a:avLst/>
              <a:gdLst/>
              <a:ahLst/>
              <a:cxnLst/>
              <a:rect l="l" t="t" r="r" b="b"/>
              <a:pathLst>
                <a:path w="6490" h="3799" extrusionOk="0">
                  <a:moveTo>
                    <a:pt x="3239" y="1"/>
                  </a:moveTo>
                  <a:cubicBezTo>
                    <a:pt x="1906" y="1"/>
                    <a:pt x="727" y="703"/>
                    <a:pt x="61" y="1739"/>
                  </a:cubicBezTo>
                  <a:cubicBezTo>
                    <a:pt x="1" y="1834"/>
                    <a:pt x="1" y="1965"/>
                    <a:pt x="61" y="2061"/>
                  </a:cubicBezTo>
                  <a:cubicBezTo>
                    <a:pt x="727" y="3096"/>
                    <a:pt x="1906" y="3799"/>
                    <a:pt x="3239" y="3799"/>
                  </a:cubicBezTo>
                  <a:cubicBezTo>
                    <a:pt x="4585" y="3799"/>
                    <a:pt x="5764" y="3096"/>
                    <a:pt x="6430" y="2061"/>
                  </a:cubicBezTo>
                  <a:cubicBezTo>
                    <a:pt x="6490" y="1965"/>
                    <a:pt x="6490" y="1834"/>
                    <a:pt x="6430" y="1739"/>
                  </a:cubicBezTo>
                  <a:cubicBezTo>
                    <a:pt x="5764" y="691"/>
                    <a:pt x="4585" y="1"/>
                    <a:pt x="3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7"/>
            <p:cNvSpPr/>
            <p:nvPr/>
          </p:nvSpPr>
          <p:spPr>
            <a:xfrm>
              <a:off x="6549123" y="1801809"/>
              <a:ext cx="282942" cy="90249"/>
            </a:xfrm>
            <a:custGeom>
              <a:avLst/>
              <a:gdLst/>
              <a:ahLst/>
              <a:cxnLst/>
              <a:rect l="l" t="t" r="r" b="b"/>
              <a:pathLst>
                <a:path w="9073" h="2894" extrusionOk="0">
                  <a:moveTo>
                    <a:pt x="0" y="1"/>
                  </a:moveTo>
                  <a:lnTo>
                    <a:pt x="0" y="2453"/>
                  </a:lnTo>
                  <a:cubicBezTo>
                    <a:pt x="0" y="2692"/>
                    <a:pt x="191" y="2894"/>
                    <a:pt x="429" y="2894"/>
                  </a:cubicBezTo>
                  <a:lnTo>
                    <a:pt x="8644" y="2894"/>
                  </a:lnTo>
                  <a:cubicBezTo>
                    <a:pt x="8882" y="2894"/>
                    <a:pt x="9073" y="2692"/>
                    <a:pt x="9073" y="2453"/>
                  </a:cubicBezTo>
                  <a:lnTo>
                    <a:pt x="9073" y="1"/>
                  </a:lnTo>
                  <a:close/>
                </a:path>
              </a:pathLst>
            </a:custGeom>
            <a:solidFill>
              <a:srgbClr val="F7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7"/>
            <p:cNvSpPr/>
            <p:nvPr/>
          </p:nvSpPr>
          <p:spPr>
            <a:xfrm>
              <a:off x="6809018" y="1801809"/>
              <a:ext cx="40135" cy="90249"/>
            </a:xfrm>
            <a:custGeom>
              <a:avLst/>
              <a:gdLst/>
              <a:ahLst/>
              <a:cxnLst/>
              <a:rect l="l" t="t" r="r" b="b"/>
              <a:pathLst>
                <a:path w="1287" h="2894" extrusionOk="0">
                  <a:moveTo>
                    <a:pt x="429" y="1"/>
                  </a:moveTo>
                  <a:lnTo>
                    <a:pt x="429" y="2453"/>
                  </a:lnTo>
                  <a:cubicBezTo>
                    <a:pt x="429" y="2692"/>
                    <a:pt x="239" y="2894"/>
                    <a:pt x="1" y="2894"/>
                  </a:cubicBezTo>
                  <a:lnTo>
                    <a:pt x="858" y="2894"/>
                  </a:lnTo>
                  <a:cubicBezTo>
                    <a:pt x="1096" y="2894"/>
                    <a:pt x="1287" y="2692"/>
                    <a:pt x="1287" y="2453"/>
                  </a:cubicBezTo>
                  <a:lnTo>
                    <a:pt x="1287" y="1"/>
                  </a:lnTo>
                  <a:close/>
                </a:path>
              </a:pathLst>
            </a:custGeom>
            <a:solidFill>
              <a:srgbClr val="E9ED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7"/>
            <p:cNvSpPr/>
            <p:nvPr/>
          </p:nvSpPr>
          <p:spPr>
            <a:xfrm>
              <a:off x="6680193" y="1828191"/>
              <a:ext cx="37141" cy="37141"/>
            </a:xfrm>
            <a:custGeom>
              <a:avLst/>
              <a:gdLst/>
              <a:ahLst/>
              <a:cxnLst/>
              <a:rect l="l" t="t" r="r" b="b"/>
              <a:pathLst>
                <a:path w="1191" h="1191" extrusionOk="0">
                  <a:moveTo>
                    <a:pt x="595" y="0"/>
                  </a:moveTo>
                  <a:cubicBezTo>
                    <a:pt x="274" y="0"/>
                    <a:pt x="0" y="274"/>
                    <a:pt x="0" y="595"/>
                  </a:cubicBezTo>
                  <a:cubicBezTo>
                    <a:pt x="0" y="929"/>
                    <a:pt x="274" y="1191"/>
                    <a:pt x="595" y="1191"/>
                  </a:cubicBezTo>
                  <a:cubicBezTo>
                    <a:pt x="929" y="1191"/>
                    <a:pt x="1191" y="929"/>
                    <a:pt x="1191" y="595"/>
                  </a:cubicBezTo>
                  <a:cubicBezTo>
                    <a:pt x="1191" y="274"/>
                    <a:pt x="929" y="0"/>
                    <a:pt x="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7"/>
            <p:cNvSpPr/>
            <p:nvPr/>
          </p:nvSpPr>
          <p:spPr>
            <a:xfrm>
              <a:off x="6640089" y="1579397"/>
              <a:ext cx="117723" cy="118129"/>
            </a:xfrm>
            <a:custGeom>
              <a:avLst/>
              <a:gdLst/>
              <a:ahLst/>
              <a:cxnLst/>
              <a:rect l="l" t="t" r="r" b="b"/>
              <a:pathLst>
                <a:path w="3775" h="3788" extrusionOk="0">
                  <a:moveTo>
                    <a:pt x="1881" y="1"/>
                  </a:moveTo>
                  <a:cubicBezTo>
                    <a:pt x="846" y="1"/>
                    <a:pt x="0" y="846"/>
                    <a:pt x="0" y="1894"/>
                  </a:cubicBezTo>
                  <a:cubicBezTo>
                    <a:pt x="0" y="2942"/>
                    <a:pt x="846" y="3787"/>
                    <a:pt x="1881" y="3787"/>
                  </a:cubicBezTo>
                  <a:cubicBezTo>
                    <a:pt x="2929" y="3787"/>
                    <a:pt x="3775" y="2942"/>
                    <a:pt x="3775" y="1894"/>
                  </a:cubicBezTo>
                  <a:cubicBezTo>
                    <a:pt x="3775" y="846"/>
                    <a:pt x="2929" y="1"/>
                    <a:pt x="1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7"/>
            <p:cNvSpPr/>
            <p:nvPr/>
          </p:nvSpPr>
          <p:spPr>
            <a:xfrm>
              <a:off x="6684996" y="1624709"/>
              <a:ext cx="27879" cy="27879"/>
            </a:xfrm>
            <a:custGeom>
              <a:avLst/>
              <a:gdLst/>
              <a:ahLst/>
              <a:cxnLst/>
              <a:rect l="l" t="t" r="r" b="b"/>
              <a:pathLst>
                <a:path w="894" h="894" extrusionOk="0">
                  <a:moveTo>
                    <a:pt x="441" y="0"/>
                  </a:moveTo>
                  <a:cubicBezTo>
                    <a:pt x="203" y="0"/>
                    <a:pt x="1" y="191"/>
                    <a:pt x="1" y="441"/>
                  </a:cubicBezTo>
                  <a:cubicBezTo>
                    <a:pt x="1" y="691"/>
                    <a:pt x="203" y="893"/>
                    <a:pt x="441" y="893"/>
                  </a:cubicBezTo>
                  <a:cubicBezTo>
                    <a:pt x="692" y="893"/>
                    <a:pt x="894" y="691"/>
                    <a:pt x="894" y="441"/>
                  </a:cubicBezTo>
                  <a:cubicBezTo>
                    <a:pt x="894" y="191"/>
                    <a:pt x="692" y="0"/>
                    <a:pt x="4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7"/>
            <p:cNvSpPr/>
            <p:nvPr/>
          </p:nvSpPr>
          <p:spPr>
            <a:xfrm>
              <a:off x="6656056" y="1595738"/>
              <a:ext cx="85416" cy="85447"/>
            </a:xfrm>
            <a:custGeom>
              <a:avLst/>
              <a:gdLst/>
              <a:ahLst/>
              <a:cxnLst/>
              <a:rect l="l" t="t" r="r" b="b"/>
              <a:pathLst>
                <a:path w="2739" h="2740" extrusionOk="0">
                  <a:moveTo>
                    <a:pt x="1369" y="429"/>
                  </a:moveTo>
                  <a:cubicBezTo>
                    <a:pt x="1893" y="429"/>
                    <a:pt x="2310" y="846"/>
                    <a:pt x="2310" y="1370"/>
                  </a:cubicBezTo>
                  <a:cubicBezTo>
                    <a:pt x="2310" y="1894"/>
                    <a:pt x="1893" y="2311"/>
                    <a:pt x="1369" y="2311"/>
                  </a:cubicBezTo>
                  <a:cubicBezTo>
                    <a:pt x="858" y="2311"/>
                    <a:pt x="441" y="1894"/>
                    <a:pt x="441" y="1370"/>
                  </a:cubicBezTo>
                  <a:cubicBezTo>
                    <a:pt x="441" y="846"/>
                    <a:pt x="858" y="429"/>
                    <a:pt x="1369" y="429"/>
                  </a:cubicBezTo>
                  <a:close/>
                  <a:moveTo>
                    <a:pt x="1369" y="1"/>
                  </a:moveTo>
                  <a:cubicBezTo>
                    <a:pt x="607" y="1"/>
                    <a:pt x="0" y="608"/>
                    <a:pt x="0" y="1370"/>
                  </a:cubicBezTo>
                  <a:cubicBezTo>
                    <a:pt x="0" y="2132"/>
                    <a:pt x="619" y="2739"/>
                    <a:pt x="1369" y="2739"/>
                  </a:cubicBezTo>
                  <a:cubicBezTo>
                    <a:pt x="2131" y="2739"/>
                    <a:pt x="2739" y="2132"/>
                    <a:pt x="2739" y="1370"/>
                  </a:cubicBezTo>
                  <a:cubicBezTo>
                    <a:pt x="2739" y="608"/>
                    <a:pt x="2131" y="1"/>
                    <a:pt x="1369" y="1"/>
                  </a:cubicBezTo>
                  <a:close/>
                </a:path>
              </a:pathLst>
            </a:custGeom>
            <a:solidFill>
              <a:srgbClr val="FFE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7"/>
            <p:cNvSpPr/>
            <p:nvPr/>
          </p:nvSpPr>
          <p:spPr>
            <a:xfrm>
              <a:off x="6674237" y="1821861"/>
              <a:ext cx="50145" cy="50145"/>
            </a:xfrm>
            <a:custGeom>
              <a:avLst/>
              <a:gdLst/>
              <a:ahLst/>
              <a:cxnLst/>
              <a:rect l="l" t="t" r="r" b="b"/>
              <a:pathLst>
                <a:path w="1608" h="1608" extrusionOk="0">
                  <a:moveTo>
                    <a:pt x="786" y="429"/>
                  </a:moveTo>
                  <a:cubicBezTo>
                    <a:pt x="1001" y="429"/>
                    <a:pt x="1167" y="596"/>
                    <a:pt x="1167" y="798"/>
                  </a:cubicBezTo>
                  <a:cubicBezTo>
                    <a:pt x="1167" y="1013"/>
                    <a:pt x="1001" y="1179"/>
                    <a:pt x="786" y="1179"/>
                  </a:cubicBezTo>
                  <a:cubicBezTo>
                    <a:pt x="584" y="1179"/>
                    <a:pt x="417" y="1013"/>
                    <a:pt x="417" y="798"/>
                  </a:cubicBezTo>
                  <a:cubicBezTo>
                    <a:pt x="417" y="596"/>
                    <a:pt x="584" y="429"/>
                    <a:pt x="786" y="429"/>
                  </a:cubicBezTo>
                  <a:close/>
                  <a:moveTo>
                    <a:pt x="810" y="1"/>
                  </a:moveTo>
                  <a:cubicBezTo>
                    <a:pt x="358" y="1"/>
                    <a:pt x="1" y="358"/>
                    <a:pt x="1" y="798"/>
                  </a:cubicBezTo>
                  <a:cubicBezTo>
                    <a:pt x="1" y="1251"/>
                    <a:pt x="358" y="1608"/>
                    <a:pt x="810" y="1608"/>
                  </a:cubicBezTo>
                  <a:cubicBezTo>
                    <a:pt x="1251" y="1608"/>
                    <a:pt x="1608" y="1251"/>
                    <a:pt x="1608" y="798"/>
                  </a:cubicBezTo>
                  <a:cubicBezTo>
                    <a:pt x="1608" y="358"/>
                    <a:pt x="1251" y="1"/>
                    <a:pt x="8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7"/>
            <p:cNvSpPr/>
            <p:nvPr/>
          </p:nvSpPr>
          <p:spPr>
            <a:xfrm>
              <a:off x="6646389" y="1469127"/>
              <a:ext cx="105842" cy="13035"/>
            </a:xfrm>
            <a:custGeom>
              <a:avLst/>
              <a:gdLst/>
              <a:ahLst/>
              <a:cxnLst/>
              <a:rect l="l" t="t" r="r" b="b"/>
              <a:pathLst>
                <a:path w="3394" h="418" extrusionOk="0">
                  <a:moveTo>
                    <a:pt x="215" y="1"/>
                  </a:moveTo>
                  <a:cubicBezTo>
                    <a:pt x="96" y="1"/>
                    <a:pt x="1" y="84"/>
                    <a:pt x="1" y="203"/>
                  </a:cubicBezTo>
                  <a:cubicBezTo>
                    <a:pt x="1" y="322"/>
                    <a:pt x="96" y="417"/>
                    <a:pt x="215" y="417"/>
                  </a:cubicBezTo>
                  <a:lnTo>
                    <a:pt x="3192" y="417"/>
                  </a:lnTo>
                  <a:cubicBezTo>
                    <a:pt x="3311" y="417"/>
                    <a:pt x="3394" y="322"/>
                    <a:pt x="3394" y="203"/>
                  </a:cubicBezTo>
                  <a:cubicBezTo>
                    <a:pt x="3394" y="84"/>
                    <a:pt x="3311" y="1"/>
                    <a:pt x="31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7"/>
            <p:cNvSpPr/>
            <p:nvPr/>
          </p:nvSpPr>
          <p:spPr>
            <a:xfrm>
              <a:off x="6590692" y="1573098"/>
              <a:ext cx="216517" cy="131476"/>
            </a:xfrm>
            <a:custGeom>
              <a:avLst/>
              <a:gdLst/>
              <a:ahLst/>
              <a:cxnLst/>
              <a:rect l="l" t="t" r="r" b="b"/>
              <a:pathLst>
                <a:path w="6943" h="4216" extrusionOk="0">
                  <a:moveTo>
                    <a:pt x="1775" y="846"/>
                  </a:moveTo>
                  <a:cubicBezTo>
                    <a:pt x="1501" y="1203"/>
                    <a:pt x="1358" y="1632"/>
                    <a:pt x="1358" y="2096"/>
                  </a:cubicBezTo>
                  <a:cubicBezTo>
                    <a:pt x="1358" y="2560"/>
                    <a:pt x="1501" y="3001"/>
                    <a:pt x="1775" y="3346"/>
                  </a:cubicBezTo>
                  <a:cubicBezTo>
                    <a:pt x="1251" y="3060"/>
                    <a:pt x="787" y="2644"/>
                    <a:pt x="465" y="2132"/>
                  </a:cubicBezTo>
                  <a:cubicBezTo>
                    <a:pt x="453" y="2096"/>
                    <a:pt x="453" y="2072"/>
                    <a:pt x="465" y="2048"/>
                  </a:cubicBezTo>
                  <a:cubicBezTo>
                    <a:pt x="810" y="1548"/>
                    <a:pt x="1251" y="1132"/>
                    <a:pt x="1775" y="846"/>
                  </a:cubicBezTo>
                  <a:close/>
                  <a:moveTo>
                    <a:pt x="3465" y="393"/>
                  </a:moveTo>
                  <a:cubicBezTo>
                    <a:pt x="4216" y="393"/>
                    <a:pt x="4870" y="893"/>
                    <a:pt x="5073" y="1608"/>
                  </a:cubicBezTo>
                  <a:cubicBezTo>
                    <a:pt x="5102" y="1704"/>
                    <a:pt x="5184" y="1761"/>
                    <a:pt x="5278" y="1761"/>
                  </a:cubicBezTo>
                  <a:cubicBezTo>
                    <a:pt x="5300" y="1761"/>
                    <a:pt x="5323" y="1758"/>
                    <a:pt x="5347" y="1751"/>
                  </a:cubicBezTo>
                  <a:cubicBezTo>
                    <a:pt x="5466" y="1727"/>
                    <a:pt x="5525" y="1608"/>
                    <a:pt x="5490" y="1489"/>
                  </a:cubicBezTo>
                  <a:cubicBezTo>
                    <a:pt x="5418" y="1251"/>
                    <a:pt x="5311" y="1024"/>
                    <a:pt x="5168" y="834"/>
                  </a:cubicBezTo>
                  <a:lnTo>
                    <a:pt x="5168" y="834"/>
                  </a:lnTo>
                  <a:cubicBezTo>
                    <a:pt x="5692" y="1132"/>
                    <a:pt x="6144" y="1548"/>
                    <a:pt x="6478" y="2048"/>
                  </a:cubicBezTo>
                  <a:cubicBezTo>
                    <a:pt x="6490" y="2084"/>
                    <a:pt x="6490" y="2108"/>
                    <a:pt x="6478" y="2132"/>
                  </a:cubicBezTo>
                  <a:cubicBezTo>
                    <a:pt x="6132" y="2644"/>
                    <a:pt x="5692" y="3060"/>
                    <a:pt x="5168" y="3346"/>
                  </a:cubicBezTo>
                  <a:cubicBezTo>
                    <a:pt x="5347" y="3108"/>
                    <a:pt x="5478" y="2822"/>
                    <a:pt x="5537" y="2513"/>
                  </a:cubicBezTo>
                  <a:cubicBezTo>
                    <a:pt x="5573" y="2394"/>
                    <a:pt x="5490" y="2286"/>
                    <a:pt x="5370" y="2263"/>
                  </a:cubicBezTo>
                  <a:cubicBezTo>
                    <a:pt x="5352" y="2257"/>
                    <a:pt x="5333" y="2254"/>
                    <a:pt x="5316" y="2254"/>
                  </a:cubicBezTo>
                  <a:cubicBezTo>
                    <a:pt x="5223" y="2254"/>
                    <a:pt x="5150" y="2329"/>
                    <a:pt x="5120" y="2429"/>
                  </a:cubicBezTo>
                  <a:cubicBezTo>
                    <a:pt x="4954" y="3191"/>
                    <a:pt x="4275" y="3763"/>
                    <a:pt x="3465" y="3763"/>
                  </a:cubicBezTo>
                  <a:cubicBezTo>
                    <a:pt x="2549" y="3763"/>
                    <a:pt x="1787" y="3001"/>
                    <a:pt x="1787" y="2084"/>
                  </a:cubicBezTo>
                  <a:cubicBezTo>
                    <a:pt x="1787" y="1155"/>
                    <a:pt x="2549" y="393"/>
                    <a:pt x="3465" y="393"/>
                  </a:cubicBezTo>
                  <a:close/>
                  <a:moveTo>
                    <a:pt x="3465" y="0"/>
                  </a:moveTo>
                  <a:cubicBezTo>
                    <a:pt x="2096" y="0"/>
                    <a:pt x="846" y="679"/>
                    <a:pt x="108" y="1834"/>
                  </a:cubicBezTo>
                  <a:cubicBezTo>
                    <a:pt x="1" y="1989"/>
                    <a:pt x="1" y="2215"/>
                    <a:pt x="108" y="2382"/>
                  </a:cubicBezTo>
                  <a:cubicBezTo>
                    <a:pt x="846" y="3525"/>
                    <a:pt x="2096" y="4215"/>
                    <a:pt x="3465" y="4215"/>
                  </a:cubicBezTo>
                  <a:cubicBezTo>
                    <a:pt x="4835" y="4215"/>
                    <a:pt x="6085" y="3525"/>
                    <a:pt x="6835" y="2382"/>
                  </a:cubicBezTo>
                  <a:cubicBezTo>
                    <a:pt x="6942" y="2215"/>
                    <a:pt x="6942" y="1989"/>
                    <a:pt x="6835" y="1834"/>
                  </a:cubicBezTo>
                  <a:cubicBezTo>
                    <a:pt x="6085" y="679"/>
                    <a:pt x="4835" y="0"/>
                    <a:pt x="34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7"/>
            <p:cNvSpPr/>
            <p:nvPr/>
          </p:nvSpPr>
          <p:spPr>
            <a:xfrm>
              <a:off x="6542418" y="1441653"/>
              <a:ext cx="313409" cy="456736"/>
            </a:xfrm>
            <a:custGeom>
              <a:avLst/>
              <a:gdLst/>
              <a:ahLst/>
              <a:cxnLst/>
              <a:rect l="l" t="t" r="r" b="b"/>
              <a:pathLst>
                <a:path w="10050" h="14646" extrusionOk="0">
                  <a:moveTo>
                    <a:pt x="644" y="1"/>
                  </a:moveTo>
                  <a:cubicBezTo>
                    <a:pt x="287" y="1"/>
                    <a:pt x="1" y="286"/>
                    <a:pt x="1" y="644"/>
                  </a:cubicBezTo>
                  <a:lnTo>
                    <a:pt x="1" y="3334"/>
                  </a:lnTo>
                  <a:cubicBezTo>
                    <a:pt x="1" y="3453"/>
                    <a:pt x="84" y="3549"/>
                    <a:pt x="215" y="3549"/>
                  </a:cubicBezTo>
                  <a:cubicBezTo>
                    <a:pt x="334" y="3549"/>
                    <a:pt x="418" y="3453"/>
                    <a:pt x="418" y="3334"/>
                  </a:cubicBezTo>
                  <a:lnTo>
                    <a:pt x="418" y="644"/>
                  </a:lnTo>
                  <a:cubicBezTo>
                    <a:pt x="418" y="525"/>
                    <a:pt x="513" y="429"/>
                    <a:pt x="632" y="429"/>
                  </a:cubicBezTo>
                  <a:lnTo>
                    <a:pt x="9395" y="429"/>
                  </a:lnTo>
                  <a:cubicBezTo>
                    <a:pt x="9514" y="429"/>
                    <a:pt x="9597" y="525"/>
                    <a:pt x="9597" y="644"/>
                  </a:cubicBezTo>
                  <a:lnTo>
                    <a:pt x="9597" y="11347"/>
                  </a:lnTo>
                  <a:lnTo>
                    <a:pt x="3751" y="11347"/>
                  </a:lnTo>
                  <a:cubicBezTo>
                    <a:pt x="3632" y="11347"/>
                    <a:pt x="3549" y="11431"/>
                    <a:pt x="3549" y="11550"/>
                  </a:cubicBezTo>
                  <a:cubicBezTo>
                    <a:pt x="3549" y="11669"/>
                    <a:pt x="3632" y="11764"/>
                    <a:pt x="3751" y="11764"/>
                  </a:cubicBezTo>
                  <a:lnTo>
                    <a:pt x="9597" y="11764"/>
                  </a:lnTo>
                  <a:lnTo>
                    <a:pt x="9597" y="14002"/>
                  </a:lnTo>
                  <a:cubicBezTo>
                    <a:pt x="9597" y="14121"/>
                    <a:pt x="9514" y="14217"/>
                    <a:pt x="9395" y="14217"/>
                  </a:cubicBezTo>
                  <a:lnTo>
                    <a:pt x="632" y="14217"/>
                  </a:lnTo>
                  <a:cubicBezTo>
                    <a:pt x="513" y="14217"/>
                    <a:pt x="418" y="14121"/>
                    <a:pt x="418" y="14002"/>
                  </a:cubicBezTo>
                  <a:lnTo>
                    <a:pt x="418" y="11764"/>
                  </a:lnTo>
                  <a:lnTo>
                    <a:pt x="2835" y="11764"/>
                  </a:lnTo>
                  <a:cubicBezTo>
                    <a:pt x="2954" y="11764"/>
                    <a:pt x="3037" y="11669"/>
                    <a:pt x="3037" y="11550"/>
                  </a:cubicBezTo>
                  <a:cubicBezTo>
                    <a:pt x="3037" y="11431"/>
                    <a:pt x="2954" y="11347"/>
                    <a:pt x="2835" y="11347"/>
                  </a:cubicBezTo>
                  <a:lnTo>
                    <a:pt x="418" y="11347"/>
                  </a:lnTo>
                  <a:lnTo>
                    <a:pt x="418" y="4275"/>
                  </a:lnTo>
                  <a:cubicBezTo>
                    <a:pt x="418" y="4156"/>
                    <a:pt x="334" y="4061"/>
                    <a:pt x="215" y="4061"/>
                  </a:cubicBezTo>
                  <a:cubicBezTo>
                    <a:pt x="96" y="4061"/>
                    <a:pt x="1" y="4156"/>
                    <a:pt x="1" y="4275"/>
                  </a:cubicBezTo>
                  <a:lnTo>
                    <a:pt x="1" y="14002"/>
                  </a:lnTo>
                  <a:cubicBezTo>
                    <a:pt x="1" y="14360"/>
                    <a:pt x="287" y="14645"/>
                    <a:pt x="644" y="14645"/>
                  </a:cubicBezTo>
                  <a:lnTo>
                    <a:pt x="9407" y="14645"/>
                  </a:lnTo>
                  <a:cubicBezTo>
                    <a:pt x="9764" y="14645"/>
                    <a:pt x="10050" y="14360"/>
                    <a:pt x="10050" y="14002"/>
                  </a:cubicBezTo>
                  <a:lnTo>
                    <a:pt x="10050" y="644"/>
                  </a:lnTo>
                  <a:cubicBezTo>
                    <a:pt x="10050" y="286"/>
                    <a:pt x="9764" y="1"/>
                    <a:pt x="94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7"/>
            <p:cNvSpPr/>
            <p:nvPr/>
          </p:nvSpPr>
          <p:spPr>
            <a:xfrm>
              <a:off x="6677948" y="1617661"/>
              <a:ext cx="42006" cy="41601"/>
            </a:xfrm>
            <a:custGeom>
              <a:avLst/>
              <a:gdLst/>
              <a:ahLst/>
              <a:cxnLst/>
              <a:rect l="l" t="t" r="r" b="b"/>
              <a:pathLst>
                <a:path w="1347" h="1334" extrusionOk="0">
                  <a:moveTo>
                    <a:pt x="667" y="429"/>
                  </a:moveTo>
                  <a:cubicBezTo>
                    <a:pt x="810" y="429"/>
                    <a:pt x="906" y="536"/>
                    <a:pt x="906" y="667"/>
                  </a:cubicBezTo>
                  <a:cubicBezTo>
                    <a:pt x="906" y="798"/>
                    <a:pt x="810" y="905"/>
                    <a:pt x="667" y="905"/>
                  </a:cubicBezTo>
                  <a:cubicBezTo>
                    <a:pt x="537" y="905"/>
                    <a:pt x="429" y="798"/>
                    <a:pt x="429" y="667"/>
                  </a:cubicBezTo>
                  <a:cubicBezTo>
                    <a:pt x="429" y="536"/>
                    <a:pt x="537" y="429"/>
                    <a:pt x="667" y="429"/>
                  </a:cubicBezTo>
                  <a:close/>
                  <a:moveTo>
                    <a:pt x="667" y="0"/>
                  </a:moveTo>
                  <a:cubicBezTo>
                    <a:pt x="298" y="0"/>
                    <a:pt x="1" y="298"/>
                    <a:pt x="1" y="667"/>
                  </a:cubicBezTo>
                  <a:cubicBezTo>
                    <a:pt x="1" y="1036"/>
                    <a:pt x="298" y="1334"/>
                    <a:pt x="667" y="1334"/>
                  </a:cubicBezTo>
                  <a:cubicBezTo>
                    <a:pt x="1048" y="1334"/>
                    <a:pt x="1346" y="1036"/>
                    <a:pt x="1346" y="667"/>
                  </a:cubicBezTo>
                  <a:cubicBezTo>
                    <a:pt x="1346" y="310"/>
                    <a:pt x="1048" y="0"/>
                    <a:pt x="6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7"/>
            <p:cNvSpPr/>
            <p:nvPr/>
          </p:nvSpPr>
          <p:spPr>
            <a:xfrm>
              <a:off x="6656056" y="1595738"/>
              <a:ext cx="85416" cy="85447"/>
            </a:xfrm>
            <a:custGeom>
              <a:avLst/>
              <a:gdLst/>
              <a:ahLst/>
              <a:cxnLst/>
              <a:rect l="l" t="t" r="r" b="b"/>
              <a:pathLst>
                <a:path w="2739" h="2740" extrusionOk="0">
                  <a:moveTo>
                    <a:pt x="1369" y="429"/>
                  </a:moveTo>
                  <a:cubicBezTo>
                    <a:pt x="1893" y="429"/>
                    <a:pt x="2310" y="846"/>
                    <a:pt x="2310" y="1370"/>
                  </a:cubicBezTo>
                  <a:cubicBezTo>
                    <a:pt x="2310" y="1894"/>
                    <a:pt x="1893" y="2311"/>
                    <a:pt x="1369" y="2311"/>
                  </a:cubicBezTo>
                  <a:cubicBezTo>
                    <a:pt x="858" y="2311"/>
                    <a:pt x="441" y="1894"/>
                    <a:pt x="441" y="1370"/>
                  </a:cubicBezTo>
                  <a:cubicBezTo>
                    <a:pt x="441" y="846"/>
                    <a:pt x="858" y="429"/>
                    <a:pt x="1369" y="429"/>
                  </a:cubicBezTo>
                  <a:close/>
                  <a:moveTo>
                    <a:pt x="1369" y="1"/>
                  </a:moveTo>
                  <a:cubicBezTo>
                    <a:pt x="619" y="1"/>
                    <a:pt x="0" y="608"/>
                    <a:pt x="0" y="1370"/>
                  </a:cubicBezTo>
                  <a:cubicBezTo>
                    <a:pt x="0" y="2132"/>
                    <a:pt x="607" y="2739"/>
                    <a:pt x="1369" y="2739"/>
                  </a:cubicBezTo>
                  <a:cubicBezTo>
                    <a:pt x="2131" y="2739"/>
                    <a:pt x="2739" y="2132"/>
                    <a:pt x="2739" y="1370"/>
                  </a:cubicBezTo>
                  <a:cubicBezTo>
                    <a:pt x="2739" y="608"/>
                    <a:pt x="2131" y="1"/>
                    <a:pt x="13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 name="Google Shape;294;p37"/>
          <p:cNvGrpSpPr/>
          <p:nvPr/>
        </p:nvGrpSpPr>
        <p:grpSpPr>
          <a:xfrm>
            <a:off x="1040726" y="1486561"/>
            <a:ext cx="578616" cy="558443"/>
            <a:chOff x="5612060" y="1449075"/>
            <a:chExt cx="457079" cy="441143"/>
          </a:xfrm>
        </p:grpSpPr>
        <p:sp>
          <p:nvSpPr>
            <p:cNvPr id="295" name="Google Shape;295;p37"/>
            <p:cNvSpPr/>
            <p:nvPr/>
          </p:nvSpPr>
          <p:spPr>
            <a:xfrm>
              <a:off x="5618350" y="1465050"/>
              <a:ext cx="437509" cy="419561"/>
            </a:xfrm>
            <a:custGeom>
              <a:avLst/>
              <a:gdLst/>
              <a:ahLst/>
              <a:cxnLst/>
              <a:rect l="l" t="t" r="r" b="b"/>
              <a:pathLst>
                <a:path w="13729" h="13455" extrusionOk="0">
                  <a:moveTo>
                    <a:pt x="739" y="1"/>
                  </a:moveTo>
                  <a:cubicBezTo>
                    <a:pt x="501" y="1"/>
                    <a:pt x="298" y="191"/>
                    <a:pt x="298" y="429"/>
                  </a:cubicBezTo>
                  <a:lnTo>
                    <a:pt x="12" y="2775"/>
                  </a:lnTo>
                  <a:lnTo>
                    <a:pt x="12" y="13014"/>
                  </a:lnTo>
                  <a:lnTo>
                    <a:pt x="1" y="13014"/>
                  </a:lnTo>
                  <a:cubicBezTo>
                    <a:pt x="1" y="13252"/>
                    <a:pt x="191" y="13455"/>
                    <a:pt x="441" y="13455"/>
                  </a:cubicBezTo>
                  <a:lnTo>
                    <a:pt x="13300" y="13455"/>
                  </a:lnTo>
                  <a:cubicBezTo>
                    <a:pt x="13538" y="13455"/>
                    <a:pt x="13728" y="13252"/>
                    <a:pt x="13728" y="13014"/>
                  </a:cubicBezTo>
                  <a:lnTo>
                    <a:pt x="13728" y="429"/>
                  </a:lnTo>
                  <a:cubicBezTo>
                    <a:pt x="13728" y="191"/>
                    <a:pt x="13538" y="1"/>
                    <a:pt x="133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7"/>
            <p:cNvSpPr/>
            <p:nvPr/>
          </p:nvSpPr>
          <p:spPr>
            <a:xfrm>
              <a:off x="6022329" y="1457620"/>
              <a:ext cx="40509" cy="426268"/>
            </a:xfrm>
            <a:custGeom>
              <a:avLst/>
              <a:gdLst/>
              <a:ahLst/>
              <a:cxnLst/>
              <a:rect l="l" t="t" r="r" b="b"/>
              <a:pathLst>
                <a:path w="1299" h="13669" extrusionOk="0">
                  <a:moveTo>
                    <a:pt x="1" y="1"/>
                  </a:moveTo>
                  <a:cubicBezTo>
                    <a:pt x="239" y="1"/>
                    <a:pt x="429" y="132"/>
                    <a:pt x="429" y="370"/>
                  </a:cubicBezTo>
                  <a:lnTo>
                    <a:pt x="429" y="13240"/>
                  </a:lnTo>
                  <a:cubicBezTo>
                    <a:pt x="429" y="13478"/>
                    <a:pt x="239" y="13669"/>
                    <a:pt x="1" y="13669"/>
                  </a:cubicBezTo>
                  <a:lnTo>
                    <a:pt x="858" y="13669"/>
                  </a:lnTo>
                  <a:cubicBezTo>
                    <a:pt x="1096" y="13669"/>
                    <a:pt x="1298" y="13478"/>
                    <a:pt x="1298" y="13240"/>
                  </a:cubicBezTo>
                  <a:lnTo>
                    <a:pt x="1298" y="3001"/>
                  </a:lnTo>
                  <a:lnTo>
                    <a:pt x="1013" y="370"/>
                  </a:lnTo>
                  <a:cubicBezTo>
                    <a:pt x="1001" y="132"/>
                    <a:pt x="798" y="1"/>
                    <a:pt x="560" y="1"/>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7"/>
            <p:cNvSpPr/>
            <p:nvPr/>
          </p:nvSpPr>
          <p:spPr>
            <a:xfrm>
              <a:off x="5622526" y="1456154"/>
              <a:ext cx="433347" cy="95426"/>
            </a:xfrm>
            <a:custGeom>
              <a:avLst/>
              <a:gdLst/>
              <a:ahLst/>
              <a:cxnLst/>
              <a:rect l="l" t="t" r="r" b="b"/>
              <a:pathLst>
                <a:path w="13896" h="3060" extrusionOk="0">
                  <a:moveTo>
                    <a:pt x="441" y="0"/>
                  </a:moveTo>
                  <a:cubicBezTo>
                    <a:pt x="203" y="0"/>
                    <a:pt x="1" y="191"/>
                    <a:pt x="1" y="429"/>
                  </a:cubicBezTo>
                  <a:lnTo>
                    <a:pt x="1" y="3060"/>
                  </a:lnTo>
                  <a:lnTo>
                    <a:pt x="13883" y="3060"/>
                  </a:lnTo>
                  <a:lnTo>
                    <a:pt x="13883" y="429"/>
                  </a:lnTo>
                  <a:cubicBezTo>
                    <a:pt x="13895" y="179"/>
                    <a:pt x="13693" y="0"/>
                    <a:pt x="134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7"/>
            <p:cNvSpPr/>
            <p:nvPr/>
          </p:nvSpPr>
          <p:spPr>
            <a:xfrm>
              <a:off x="6022329" y="1456154"/>
              <a:ext cx="40509" cy="95426"/>
            </a:xfrm>
            <a:custGeom>
              <a:avLst/>
              <a:gdLst/>
              <a:ahLst/>
              <a:cxnLst/>
              <a:rect l="l" t="t" r="r" b="b"/>
              <a:pathLst>
                <a:path w="1299" h="3060" extrusionOk="0">
                  <a:moveTo>
                    <a:pt x="1" y="0"/>
                  </a:moveTo>
                  <a:cubicBezTo>
                    <a:pt x="239" y="0"/>
                    <a:pt x="429" y="191"/>
                    <a:pt x="429" y="429"/>
                  </a:cubicBezTo>
                  <a:lnTo>
                    <a:pt x="429" y="3060"/>
                  </a:lnTo>
                  <a:lnTo>
                    <a:pt x="1298" y="3060"/>
                  </a:lnTo>
                  <a:lnTo>
                    <a:pt x="1298" y="429"/>
                  </a:lnTo>
                  <a:cubicBezTo>
                    <a:pt x="1274" y="179"/>
                    <a:pt x="1096" y="0"/>
                    <a:pt x="858" y="0"/>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7"/>
            <p:cNvSpPr/>
            <p:nvPr/>
          </p:nvSpPr>
          <p:spPr>
            <a:xfrm>
              <a:off x="5695587" y="1588691"/>
              <a:ext cx="118098" cy="41632"/>
            </a:xfrm>
            <a:custGeom>
              <a:avLst/>
              <a:gdLst/>
              <a:ahLst/>
              <a:cxnLst/>
              <a:rect l="l" t="t" r="r" b="b"/>
              <a:pathLst>
                <a:path w="3787" h="1335" extrusionOk="0">
                  <a:moveTo>
                    <a:pt x="287" y="1"/>
                  </a:moveTo>
                  <a:cubicBezTo>
                    <a:pt x="120" y="1"/>
                    <a:pt x="1" y="143"/>
                    <a:pt x="1" y="286"/>
                  </a:cubicBezTo>
                  <a:lnTo>
                    <a:pt x="1" y="1048"/>
                  </a:lnTo>
                  <a:lnTo>
                    <a:pt x="3787" y="1334"/>
                  </a:lnTo>
                  <a:lnTo>
                    <a:pt x="3787" y="286"/>
                  </a:lnTo>
                  <a:cubicBezTo>
                    <a:pt x="3787" y="120"/>
                    <a:pt x="3644" y="1"/>
                    <a:pt x="35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7"/>
            <p:cNvSpPr/>
            <p:nvPr/>
          </p:nvSpPr>
          <p:spPr>
            <a:xfrm>
              <a:off x="5784325" y="1588691"/>
              <a:ext cx="35676" cy="41632"/>
            </a:xfrm>
            <a:custGeom>
              <a:avLst/>
              <a:gdLst/>
              <a:ahLst/>
              <a:cxnLst/>
              <a:rect l="l" t="t" r="r" b="b"/>
              <a:pathLst>
                <a:path w="1144" h="1335" extrusionOk="0">
                  <a:moveTo>
                    <a:pt x="1" y="1"/>
                  </a:moveTo>
                  <a:cubicBezTo>
                    <a:pt x="143" y="1"/>
                    <a:pt x="274" y="120"/>
                    <a:pt x="274" y="286"/>
                  </a:cubicBezTo>
                  <a:lnTo>
                    <a:pt x="274" y="1334"/>
                  </a:lnTo>
                  <a:lnTo>
                    <a:pt x="1144" y="1048"/>
                  </a:lnTo>
                  <a:lnTo>
                    <a:pt x="1144" y="286"/>
                  </a:lnTo>
                  <a:cubicBezTo>
                    <a:pt x="1144" y="143"/>
                    <a:pt x="1025" y="1"/>
                    <a:pt x="858" y="1"/>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7"/>
            <p:cNvSpPr/>
            <p:nvPr/>
          </p:nvSpPr>
          <p:spPr>
            <a:xfrm>
              <a:off x="5864922" y="1804771"/>
              <a:ext cx="118098" cy="41258"/>
            </a:xfrm>
            <a:custGeom>
              <a:avLst/>
              <a:gdLst/>
              <a:ahLst/>
              <a:cxnLst/>
              <a:rect l="l" t="t" r="r" b="b"/>
              <a:pathLst>
                <a:path w="3787" h="1323" extrusionOk="0">
                  <a:moveTo>
                    <a:pt x="3786" y="1"/>
                  </a:moveTo>
                  <a:lnTo>
                    <a:pt x="0" y="275"/>
                  </a:lnTo>
                  <a:lnTo>
                    <a:pt x="0" y="1037"/>
                  </a:lnTo>
                  <a:cubicBezTo>
                    <a:pt x="0" y="1192"/>
                    <a:pt x="131" y="1323"/>
                    <a:pt x="286" y="1323"/>
                  </a:cubicBezTo>
                  <a:lnTo>
                    <a:pt x="3500" y="1323"/>
                  </a:lnTo>
                  <a:cubicBezTo>
                    <a:pt x="3655" y="1323"/>
                    <a:pt x="3786" y="1203"/>
                    <a:pt x="3786" y="1037"/>
                  </a:cubicBezTo>
                  <a:lnTo>
                    <a:pt x="37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7"/>
            <p:cNvSpPr/>
            <p:nvPr/>
          </p:nvSpPr>
          <p:spPr>
            <a:xfrm>
              <a:off x="5952912" y="1804771"/>
              <a:ext cx="36019" cy="41258"/>
            </a:xfrm>
            <a:custGeom>
              <a:avLst/>
              <a:gdLst/>
              <a:ahLst/>
              <a:cxnLst/>
              <a:rect l="l" t="t" r="r" b="b"/>
              <a:pathLst>
                <a:path w="1155" h="1323" extrusionOk="0">
                  <a:moveTo>
                    <a:pt x="286" y="1"/>
                  </a:moveTo>
                  <a:lnTo>
                    <a:pt x="286" y="1037"/>
                  </a:lnTo>
                  <a:cubicBezTo>
                    <a:pt x="286" y="1203"/>
                    <a:pt x="155" y="1323"/>
                    <a:pt x="0" y="1323"/>
                  </a:cubicBezTo>
                  <a:lnTo>
                    <a:pt x="869" y="1323"/>
                  </a:lnTo>
                  <a:cubicBezTo>
                    <a:pt x="1036" y="1323"/>
                    <a:pt x="1155" y="1192"/>
                    <a:pt x="1155" y="1037"/>
                  </a:cubicBezTo>
                  <a:lnTo>
                    <a:pt x="1155" y="275"/>
                  </a:lnTo>
                  <a:lnTo>
                    <a:pt x="286" y="1"/>
                  </a:ln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7"/>
            <p:cNvSpPr/>
            <p:nvPr/>
          </p:nvSpPr>
          <p:spPr>
            <a:xfrm>
              <a:off x="5664127" y="1621372"/>
              <a:ext cx="350894" cy="191975"/>
            </a:xfrm>
            <a:custGeom>
              <a:avLst/>
              <a:gdLst/>
              <a:ahLst/>
              <a:cxnLst/>
              <a:rect l="l" t="t" r="r" b="b"/>
              <a:pathLst>
                <a:path w="11252" h="6156" extrusionOk="0">
                  <a:moveTo>
                    <a:pt x="274" y="0"/>
                  </a:moveTo>
                  <a:cubicBezTo>
                    <a:pt x="131" y="0"/>
                    <a:pt x="0" y="119"/>
                    <a:pt x="0" y="286"/>
                  </a:cubicBezTo>
                  <a:lnTo>
                    <a:pt x="0" y="5882"/>
                  </a:lnTo>
                  <a:cubicBezTo>
                    <a:pt x="0" y="6025"/>
                    <a:pt x="119" y="6156"/>
                    <a:pt x="274" y="6156"/>
                  </a:cubicBezTo>
                  <a:lnTo>
                    <a:pt x="10966" y="6156"/>
                  </a:lnTo>
                  <a:cubicBezTo>
                    <a:pt x="11132" y="6156"/>
                    <a:pt x="11240" y="6037"/>
                    <a:pt x="11251" y="5882"/>
                  </a:cubicBezTo>
                  <a:lnTo>
                    <a:pt x="11251" y="286"/>
                  </a:lnTo>
                  <a:cubicBezTo>
                    <a:pt x="11251" y="131"/>
                    <a:pt x="11132" y="0"/>
                    <a:pt x="109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7"/>
            <p:cNvSpPr/>
            <p:nvPr/>
          </p:nvSpPr>
          <p:spPr>
            <a:xfrm>
              <a:off x="5985562" y="1621372"/>
              <a:ext cx="35676" cy="191975"/>
            </a:xfrm>
            <a:custGeom>
              <a:avLst/>
              <a:gdLst/>
              <a:ahLst/>
              <a:cxnLst/>
              <a:rect l="l" t="t" r="r" b="b"/>
              <a:pathLst>
                <a:path w="1144" h="6156" extrusionOk="0">
                  <a:moveTo>
                    <a:pt x="1" y="0"/>
                  </a:moveTo>
                  <a:cubicBezTo>
                    <a:pt x="167" y="0"/>
                    <a:pt x="287" y="131"/>
                    <a:pt x="287" y="286"/>
                  </a:cubicBezTo>
                  <a:lnTo>
                    <a:pt x="287" y="5882"/>
                  </a:lnTo>
                  <a:cubicBezTo>
                    <a:pt x="287" y="6037"/>
                    <a:pt x="156" y="6156"/>
                    <a:pt x="1" y="6156"/>
                  </a:cubicBezTo>
                  <a:lnTo>
                    <a:pt x="870" y="6156"/>
                  </a:lnTo>
                  <a:cubicBezTo>
                    <a:pt x="1025" y="6156"/>
                    <a:pt x="1144" y="6025"/>
                    <a:pt x="1144" y="5882"/>
                  </a:cubicBezTo>
                  <a:lnTo>
                    <a:pt x="1144" y="286"/>
                  </a:lnTo>
                  <a:cubicBezTo>
                    <a:pt x="1144" y="131"/>
                    <a:pt x="1025" y="0"/>
                    <a:pt x="870" y="0"/>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7"/>
            <p:cNvSpPr/>
            <p:nvPr/>
          </p:nvSpPr>
          <p:spPr>
            <a:xfrm>
              <a:off x="5779492" y="1488368"/>
              <a:ext cx="30873" cy="30624"/>
            </a:xfrm>
            <a:custGeom>
              <a:avLst/>
              <a:gdLst/>
              <a:ahLst/>
              <a:cxnLst/>
              <a:rect l="l" t="t" r="r" b="b"/>
              <a:pathLst>
                <a:path w="990" h="982" extrusionOk="0">
                  <a:moveTo>
                    <a:pt x="433" y="1"/>
                  </a:moveTo>
                  <a:cubicBezTo>
                    <a:pt x="390" y="1"/>
                    <a:pt x="346" y="5"/>
                    <a:pt x="310" y="27"/>
                  </a:cubicBezTo>
                  <a:cubicBezTo>
                    <a:pt x="132" y="98"/>
                    <a:pt x="1" y="277"/>
                    <a:pt x="1" y="479"/>
                  </a:cubicBezTo>
                  <a:cubicBezTo>
                    <a:pt x="1" y="705"/>
                    <a:pt x="132" y="884"/>
                    <a:pt x="310" y="955"/>
                  </a:cubicBezTo>
                  <a:cubicBezTo>
                    <a:pt x="346" y="977"/>
                    <a:pt x="382" y="981"/>
                    <a:pt x="423" y="981"/>
                  </a:cubicBezTo>
                  <a:cubicBezTo>
                    <a:pt x="450" y="981"/>
                    <a:pt x="479" y="979"/>
                    <a:pt x="513" y="979"/>
                  </a:cubicBezTo>
                  <a:cubicBezTo>
                    <a:pt x="787" y="979"/>
                    <a:pt x="989" y="777"/>
                    <a:pt x="989" y="503"/>
                  </a:cubicBezTo>
                  <a:cubicBezTo>
                    <a:pt x="989" y="217"/>
                    <a:pt x="787" y="3"/>
                    <a:pt x="513" y="3"/>
                  </a:cubicBezTo>
                  <a:cubicBezTo>
                    <a:pt x="489" y="3"/>
                    <a:pt x="461" y="1"/>
                    <a:pt x="4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7"/>
            <p:cNvSpPr/>
            <p:nvPr/>
          </p:nvSpPr>
          <p:spPr>
            <a:xfrm>
              <a:off x="5789159" y="1487714"/>
              <a:ext cx="21923" cy="31590"/>
            </a:xfrm>
            <a:custGeom>
              <a:avLst/>
              <a:gdLst/>
              <a:ahLst/>
              <a:cxnLst/>
              <a:rect l="l" t="t" r="r" b="b"/>
              <a:pathLst>
                <a:path w="703" h="1013" extrusionOk="0">
                  <a:moveTo>
                    <a:pt x="203" y="0"/>
                  </a:moveTo>
                  <a:cubicBezTo>
                    <a:pt x="119" y="0"/>
                    <a:pt x="60" y="12"/>
                    <a:pt x="0" y="48"/>
                  </a:cubicBezTo>
                  <a:cubicBezTo>
                    <a:pt x="179" y="119"/>
                    <a:pt x="322" y="298"/>
                    <a:pt x="322" y="500"/>
                  </a:cubicBezTo>
                  <a:cubicBezTo>
                    <a:pt x="322" y="714"/>
                    <a:pt x="179" y="893"/>
                    <a:pt x="0" y="964"/>
                  </a:cubicBezTo>
                  <a:cubicBezTo>
                    <a:pt x="60" y="988"/>
                    <a:pt x="143" y="1012"/>
                    <a:pt x="203" y="1012"/>
                  </a:cubicBezTo>
                  <a:cubicBezTo>
                    <a:pt x="477" y="1012"/>
                    <a:pt x="703" y="786"/>
                    <a:pt x="703" y="500"/>
                  </a:cubicBezTo>
                  <a:cubicBezTo>
                    <a:pt x="703" y="214"/>
                    <a:pt x="477" y="0"/>
                    <a:pt x="203" y="0"/>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7"/>
            <p:cNvSpPr/>
            <p:nvPr/>
          </p:nvSpPr>
          <p:spPr>
            <a:xfrm>
              <a:off x="5715999" y="1488368"/>
              <a:ext cx="30499" cy="30624"/>
            </a:xfrm>
            <a:custGeom>
              <a:avLst/>
              <a:gdLst/>
              <a:ahLst/>
              <a:cxnLst/>
              <a:rect l="l" t="t" r="r" b="b"/>
              <a:pathLst>
                <a:path w="978" h="982" extrusionOk="0">
                  <a:moveTo>
                    <a:pt x="425" y="1"/>
                  </a:moveTo>
                  <a:cubicBezTo>
                    <a:pt x="386" y="1"/>
                    <a:pt x="346" y="5"/>
                    <a:pt x="310" y="27"/>
                  </a:cubicBezTo>
                  <a:cubicBezTo>
                    <a:pt x="132" y="98"/>
                    <a:pt x="1" y="277"/>
                    <a:pt x="1" y="479"/>
                  </a:cubicBezTo>
                  <a:cubicBezTo>
                    <a:pt x="1" y="705"/>
                    <a:pt x="132" y="884"/>
                    <a:pt x="310" y="955"/>
                  </a:cubicBezTo>
                  <a:cubicBezTo>
                    <a:pt x="346" y="977"/>
                    <a:pt x="382" y="981"/>
                    <a:pt x="420" y="981"/>
                  </a:cubicBezTo>
                  <a:cubicBezTo>
                    <a:pt x="446" y="981"/>
                    <a:pt x="472" y="979"/>
                    <a:pt x="501" y="979"/>
                  </a:cubicBezTo>
                  <a:cubicBezTo>
                    <a:pt x="787" y="979"/>
                    <a:pt x="977" y="777"/>
                    <a:pt x="977" y="503"/>
                  </a:cubicBezTo>
                  <a:cubicBezTo>
                    <a:pt x="977" y="217"/>
                    <a:pt x="775" y="3"/>
                    <a:pt x="501" y="3"/>
                  </a:cubicBezTo>
                  <a:cubicBezTo>
                    <a:pt x="477" y="3"/>
                    <a:pt x="451" y="1"/>
                    <a:pt x="4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7"/>
            <p:cNvSpPr/>
            <p:nvPr/>
          </p:nvSpPr>
          <p:spPr>
            <a:xfrm>
              <a:off x="5725292" y="1487714"/>
              <a:ext cx="21923" cy="31590"/>
            </a:xfrm>
            <a:custGeom>
              <a:avLst/>
              <a:gdLst/>
              <a:ahLst/>
              <a:cxnLst/>
              <a:rect l="l" t="t" r="r" b="b"/>
              <a:pathLst>
                <a:path w="703" h="1013" extrusionOk="0">
                  <a:moveTo>
                    <a:pt x="191" y="0"/>
                  </a:moveTo>
                  <a:cubicBezTo>
                    <a:pt x="120" y="0"/>
                    <a:pt x="60" y="12"/>
                    <a:pt x="1" y="48"/>
                  </a:cubicBezTo>
                  <a:cubicBezTo>
                    <a:pt x="179" y="119"/>
                    <a:pt x="310" y="298"/>
                    <a:pt x="310" y="500"/>
                  </a:cubicBezTo>
                  <a:cubicBezTo>
                    <a:pt x="310" y="714"/>
                    <a:pt x="179" y="893"/>
                    <a:pt x="1" y="964"/>
                  </a:cubicBezTo>
                  <a:cubicBezTo>
                    <a:pt x="60" y="988"/>
                    <a:pt x="131" y="1012"/>
                    <a:pt x="191" y="1012"/>
                  </a:cubicBezTo>
                  <a:cubicBezTo>
                    <a:pt x="477" y="1012"/>
                    <a:pt x="703" y="786"/>
                    <a:pt x="703" y="500"/>
                  </a:cubicBezTo>
                  <a:cubicBezTo>
                    <a:pt x="703" y="214"/>
                    <a:pt x="477" y="0"/>
                    <a:pt x="191" y="0"/>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7"/>
            <p:cNvSpPr/>
            <p:nvPr/>
          </p:nvSpPr>
          <p:spPr>
            <a:xfrm>
              <a:off x="5651789" y="1488368"/>
              <a:ext cx="30842" cy="30624"/>
            </a:xfrm>
            <a:custGeom>
              <a:avLst/>
              <a:gdLst/>
              <a:ahLst/>
              <a:cxnLst/>
              <a:rect l="l" t="t" r="r" b="b"/>
              <a:pathLst>
                <a:path w="989" h="982" extrusionOk="0">
                  <a:moveTo>
                    <a:pt x="436" y="1"/>
                  </a:moveTo>
                  <a:cubicBezTo>
                    <a:pt x="397" y="1"/>
                    <a:pt x="357" y="5"/>
                    <a:pt x="322" y="27"/>
                  </a:cubicBezTo>
                  <a:cubicBezTo>
                    <a:pt x="143" y="98"/>
                    <a:pt x="0" y="277"/>
                    <a:pt x="0" y="479"/>
                  </a:cubicBezTo>
                  <a:cubicBezTo>
                    <a:pt x="0" y="705"/>
                    <a:pt x="143" y="884"/>
                    <a:pt x="322" y="955"/>
                  </a:cubicBezTo>
                  <a:cubicBezTo>
                    <a:pt x="357" y="977"/>
                    <a:pt x="393" y="981"/>
                    <a:pt x="431" y="981"/>
                  </a:cubicBezTo>
                  <a:cubicBezTo>
                    <a:pt x="457" y="981"/>
                    <a:pt x="483" y="979"/>
                    <a:pt x="512" y="979"/>
                  </a:cubicBezTo>
                  <a:cubicBezTo>
                    <a:pt x="798" y="979"/>
                    <a:pt x="988" y="777"/>
                    <a:pt x="988" y="503"/>
                  </a:cubicBezTo>
                  <a:cubicBezTo>
                    <a:pt x="988" y="217"/>
                    <a:pt x="786" y="3"/>
                    <a:pt x="512" y="3"/>
                  </a:cubicBezTo>
                  <a:cubicBezTo>
                    <a:pt x="488" y="3"/>
                    <a:pt x="463" y="1"/>
                    <a:pt x="4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7"/>
            <p:cNvSpPr/>
            <p:nvPr/>
          </p:nvSpPr>
          <p:spPr>
            <a:xfrm>
              <a:off x="5661800" y="1487714"/>
              <a:ext cx="21580" cy="31590"/>
            </a:xfrm>
            <a:custGeom>
              <a:avLst/>
              <a:gdLst/>
              <a:ahLst/>
              <a:cxnLst/>
              <a:rect l="l" t="t" r="r" b="b"/>
              <a:pathLst>
                <a:path w="692" h="1013" extrusionOk="0">
                  <a:moveTo>
                    <a:pt x="191" y="0"/>
                  </a:moveTo>
                  <a:cubicBezTo>
                    <a:pt x="120" y="0"/>
                    <a:pt x="60" y="12"/>
                    <a:pt x="1" y="48"/>
                  </a:cubicBezTo>
                  <a:cubicBezTo>
                    <a:pt x="179" y="119"/>
                    <a:pt x="310" y="298"/>
                    <a:pt x="310" y="500"/>
                  </a:cubicBezTo>
                  <a:cubicBezTo>
                    <a:pt x="310" y="714"/>
                    <a:pt x="167" y="893"/>
                    <a:pt x="1" y="964"/>
                  </a:cubicBezTo>
                  <a:cubicBezTo>
                    <a:pt x="60" y="988"/>
                    <a:pt x="132" y="1012"/>
                    <a:pt x="191" y="1012"/>
                  </a:cubicBezTo>
                  <a:cubicBezTo>
                    <a:pt x="477" y="1012"/>
                    <a:pt x="691" y="786"/>
                    <a:pt x="691" y="500"/>
                  </a:cubicBezTo>
                  <a:cubicBezTo>
                    <a:pt x="691" y="214"/>
                    <a:pt x="465" y="0"/>
                    <a:pt x="191" y="0"/>
                  </a:cubicBezTo>
                  <a:close/>
                </a:path>
              </a:pathLst>
            </a:custGeom>
            <a:solidFill>
              <a:srgbClr val="3A3E5F">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7"/>
            <p:cNvSpPr/>
            <p:nvPr/>
          </p:nvSpPr>
          <p:spPr>
            <a:xfrm>
              <a:off x="5612060" y="1449075"/>
              <a:ext cx="457079" cy="441143"/>
            </a:xfrm>
            <a:custGeom>
              <a:avLst/>
              <a:gdLst/>
              <a:ahLst/>
              <a:cxnLst/>
              <a:rect l="l" t="t" r="r" b="b"/>
              <a:pathLst>
                <a:path w="14657" h="14146" extrusionOk="0">
                  <a:moveTo>
                    <a:pt x="643" y="1"/>
                  </a:moveTo>
                  <a:cubicBezTo>
                    <a:pt x="274" y="1"/>
                    <a:pt x="0" y="287"/>
                    <a:pt x="0" y="644"/>
                  </a:cubicBezTo>
                  <a:lnTo>
                    <a:pt x="0" y="8978"/>
                  </a:lnTo>
                  <a:cubicBezTo>
                    <a:pt x="0" y="9097"/>
                    <a:pt x="83" y="9180"/>
                    <a:pt x="203" y="9180"/>
                  </a:cubicBezTo>
                  <a:cubicBezTo>
                    <a:pt x="322" y="9180"/>
                    <a:pt x="417" y="9097"/>
                    <a:pt x="417" y="8978"/>
                  </a:cubicBezTo>
                  <a:lnTo>
                    <a:pt x="417" y="3489"/>
                  </a:lnTo>
                  <a:lnTo>
                    <a:pt x="8454" y="3489"/>
                  </a:lnTo>
                  <a:cubicBezTo>
                    <a:pt x="8573" y="3489"/>
                    <a:pt x="8656" y="3394"/>
                    <a:pt x="8656" y="3275"/>
                  </a:cubicBezTo>
                  <a:cubicBezTo>
                    <a:pt x="8656" y="3156"/>
                    <a:pt x="8573" y="3073"/>
                    <a:pt x="8454" y="3073"/>
                  </a:cubicBezTo>
                  <a:lnTo>
                    <a:pt x="417" y="3073"/>
                  </a:lnTo>
                  <a:lnTo>
                    <a:pt x="417" y="644"/>
                  </a:lnTo>
                  <a:cubicBezTo>
                    <a:pt x="417" y="525"/>
                    <a:pt x="500" y="429"/>
                    <a:pt x="619" y="429"/>
                  </a:cubicBezTo>
                  <a:lnTo>
                    <a:pt x="13990" y="429"/>
                  </a:lnTo>
                  <a:cubicBezTo>
                    <a:pt x="14109" y="429"/>
                    <a:pt x="14192" y="525"/>
                    <a:pt x="14192" y="644"/>
                  </a:cubicBezTo>
                  <a:lnTo>
                    <a:pt x="14192" y="3073"/>
                  </a:lnTo>
                  <a:lnTo>
                    <a:pt x="9358" y="3073"/>
                  </a:lnTo>
                  <a:cubicBezTo>
                    <a:pt x="9239" y="3073"/>
                    <a:pt x="9156" y="3156"/>
                    <a:pt x="9156" y="3275"/>
                  </a:cubicBezTo>
                  <a:cubicBezTo>
                    <a:pt x="9156" y="3394"/>
                    <a:pt x="9239" y="3489"/>
                    <a:pt x="9358" y="3489"/>
                  </a:cubicBezTo>
                  <a:lnTo>
                    <a:pt x="14192" y="3489"/>
                  </a:lnTo>
                  <a:lnTo>
                    <a:pt x="14192" y="13502"/>
                  </a:lnTo>
                  <a:cubicBezTo>
                    <a:pt x="14192" y="13622"/>
                    <a:pt x="14109" y="13705"/>
                    <a:pt x="13990" y="13705"/>
                  </a:cubicBezTo>
                  <a:lnTo>
                    <a:pt x="643" y="13705"/>
                  </a:lnTo>
                  <a:cubicBezTo>
                    <a:pt x="524" y="13705"/>
                    <a:pt x="429" y="13622"/>
                    <a:pt x="429" y="13502"/>
                  </a:cubicBezTo>
                  <a:lnTo>
                    <a:pt x="429" y="9895"/>
                  </a:lnTo>
                  <a:cubicBezTo>
                    <a:pt x="429" y="9776"/>
                    <a:pt x="345" y="9692"/>
                    <a:pt x="214" y="9692"/>
                  </a:cubicBezTo>
                  <a:cubicBezTo>
                    <a:pt x="95" y="9692"/>
                    <a:pt x="12" y="9776"/>
                    <a:pt x="12" y="9895"/>
                  </a:cubicBezTo>
                  <a:lnTo>
                    <a:pt x="12" y="13502"/>
                  </a:lnTo>
                  <a:cubicBezTo>
                    <a:pt x="12" y="13860"/>
                    <a:pt x="298" y="14145"/>
                    <a:pt x="655" y="14145"/>
                  </a:cubicBezTo>
                  <a:lnTo>
                    <a:pt x="14014" y="14145"/>
                  </a:lnTo>
                  <a:cubicBezTo>
                    <a:pt x="14371" y="14145"/>
                    <a:pt x="14657" y="13860"/>
                    <a:pt x="14657" y="13502"/>
                  </a:cubicBezTo>
                  <a:lnTo>
                    <a:pt x="14657" y="620"/>
                  </a:lnTo>
                  <a:cubicBezTo>
                    <a:pt x="14657" y="298"/>
                    <a:pt x="14359" y="1"/>
                    <a:pt x="14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7"/>
            <p:cNvSpPr/>
            <p:nvPr/>
          </p:nvSpPr>
          <p:spPr>
            <a:xfrm>
              <a:off x="5772444" y="1481009"/>
              <a:ext cx="45717" cy="45717"/>
            </a:xfrm>
            <a:custGeom>
              <a:avLst/>
              <a:gdLst/>
              <a:ahLst/>
              <a:cxnLst/>
              <a:rect l="l" t="t" r="r" b="b"/>
              <a:pathLst>
                <a:path w="1466" h="1466" extrusionOk="0">
                  <a:moveTo>
                    <a:pt x="715" y="441"/>
                  </a:moveTo>
                  <a:cubicBezTo>
                    <a:pt x="894" y="441"/>
                    <a:pt x="1013" y="572"/>
                    <a:pt x="1013" y="739"/>
                  </a:cubicBezTo>
                  <a:cubicBezTo>
                    <a:pt x="1013" y="894"/>
                    <a:pt x="882" y="1037"/>
                    <a:pt x="715" y="1037"/>
                  </a:cubicBezTo>
                  <a:cubicBezTo>
                    <a:pt x="560" y="1037"/>
                    <a:pt x="417" y="894"/>
                    <a:pt x="417" y="739"/>
                  </a:cubicBezTo>
                  <a:cubicBezTo>
                    <a:pt x="417" y="572"/>
                    <a:pt x="560" y="441"/>
                    <a:pt x="715" y="441"/>
                  </a:cubicBezTo>
                  <a:close/>
                  <a:moveTo>
                    <a:pt x="739" y="1"/>
                  </a:moveTo>
                  <a:cubicBezTo>
                    <a:pt x="334" y="1"/>
                    <a:pt x="1" y="334"/>
                    <a:pt x="1" y="739"/>
                  </a:cubicBezTo>
                  <a:cubicBezTo>
                    <a:pt x="1" y="1132"/>
                    <a:pt x="334" y="1465"/>
                    <a:pt x="739" y="1465"/>
                  </a:cubicBezTo>
                  <a:cubicBezTo>
                    <a:pt x="1132" y="1465"/>
                    <a:pt x="1465" y="1132"/>
                    <a:pt x="1465" y="739"/>
                  </a:cubicBezTo>
                  <a:cubicBezTo>
                    <a:pt x="1465" y="334"/>
                    <a:pt x="1132" y="1"/>
                    <a:pt x="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7"/>
            <p:cNvSpPr/>
            <p:nvPr/>
          </p:nvSpPr>
          <p:spPr>
            <a:xfrm>
              <a:off x="5708951" y="1481009"/>
              <a:ext cx="45717" cy="45717"/>
            </a:xfrm>
            <a:custGeom>
              <a:avLst/>
              <a:gdLst/>
              <a:ahLst/>
              <a:cxnLst/>
              <a:rect l="l" t="t" r="r" b="b"/>
              <a:pathLst>
                <a:path w="1466" h="1466" extrusionOk="0">
                  <a:moveTo>
                    <a:pt x="715" y="441"/>
                  </a:moveTo>
                  <a:cubicBezTo>
                    <a:pt x="882" y="441"/>
                    <a:pt x="1013" y="572"/>
                    <a:pt x="1013" y="739"/>
                  </a:cubicBezTo>
                  <a:cubicBezTo>
                    <a:pt x="1013" y="894"/>
                    <a:pt x="882" y="1037"/>
                    <a:pt x="715" y="1037"/>
                  </a:cubicBezTo>
                  <a:cubicBezTo>
                    <a:pt x="548" y="1037"/>
                    <a:pt x="417" y="894"/>
                    <a:pt x="417" y="739"/>
                  </a:cubicBezTo>
                  <a:cubicBezTo>
                    <a:pt x="417" y="572"/>
                    <a:pt x="548" y="441"/>
                    <a:pt x="715" y="441"/>
                  </a:cubicBezTo>
                  <a:close/>
                  <a:moveTo>
                    <a:pt x="727" y="1"/>
                  </a:moveTo>
                  <a:cubicBezTo>
                    <a:pt x="310" y="1"/>
                    <a:pt x="1" y="334"/>
                    <a:pt x="1" y="739"/>
                  </a:cubicBezTo>
                  <a:cubicBezTo>
                    <a:pt x="1" y="1132"/>
                    <a:pt x="334" y="1465"/>
                    <a:pt x="727" y="1465"/>
                  </a:cubicBezTo>
                  <a:cubicBezTo>
                    <a:pt x="1132" y="1465"/>
                    <a:pt x="1465" y="1132"/>
                    <a:pt x="1465" y="739"/>
                  </a:cubicBezTo>
                  <a:cubicBezTo>
                    <a:pt x="1465" y="334"/>
                    <a:pt x="1132"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7"/>
            <p:cNvSpPr/>
            <p:nvPr/>
          </p:nvSpPr>
          <p:spPr>
            <a:xfrm>
              <a:off x="5645084" y="1481009"/>
              <a:ext cx="45343" cy="45717"/>
            </a:xfrm>
            <a:custGeom>
              <a:avLst/>
              <a:gdLst/>
              <a:ahLst/>
              <a:cxnLst/>
              <a:rect l="l" t="t" r="r" b="b"/>
              <a:pathLst>
                <a:path w="1454" h="1466" extrusionOk="0">
                  <a:moveTo>
                    <a:pt x="727" y="441"/>
                  </a:moveTo>
                  <a:cubicBezTo>
                    <a:pt x="894" y="441"/>
                    <a:pt x="1025" y="572"/>
                    <a:pt x="1025" y="739"/>
                  </a:cubicBezTo>
                  <a:cubicBezTo>
                    <a:pt x="1025" y="894"/>
                    <a:pt x="894" y="1037"/>
                    <a:pt x="727" y="1037"/>
                  </a:cubicBezTo>
                  <a:cubicBezTo>
                    <a:pt x="560" y="1037"/>
                    <a:pt x="429" y="894"/>
                    <a:pt x="429" y="739"/>
                  </a:cubicBezTo>
                  <a:cubicBezTo>
                    <a:pt x="429" y="572"/>
                    <a:pt x="560" y="441"/>
                    <a:pt x="727" y="441"/>
                  </a:cubicBezTo>
                  <a:close/>
                  <a:moveTo>
                    <a:pt x="727" y="1"/>
                  </a:moveTo>
                  <a:cubicBezTo>
                    <a:pt x="322" y="1"/>
                    <a:pt x="1" y="334"/>
                    <a:pt x="1" y="739"/>
                  </a:cubicBezTo>
                  <a:cubicBezTo>
                    <a:pt x="1" y="1132"/>
                    <a:pt x="322" y="1465"/>
                    <a:pt x="727" y="1465"/>
                  </a:cubicBezTo>
                  <a:cubicBezTo>
                    <a:pt x="1132" y="1465"/>
                    <a:pt x="1453" y="1132"/>
                    <a:pt x="1453" y="739"/>
                  </a:cubicBezTo>
                  <a:cubicBezTo>
                    <a:pt x="1453" y="334"/>
                    <a:pt x="1132"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7"/>
            <p:cNvSpPr/>
            <p:nvPr/>
          </p:nvSpPr>
          <p:spPr>
            <a:xfrm>
              <a:off x="5695604" y="1650749"/>
              <a:ext cx="89501" cy="134376"/>
            </a:xfrm>
            <a:custGeom>
              <a:avLst/>
              <a:gdLst/>
              <a:ahLst/>
              <a:cxnLst/>
              <a:rect l="l" t="t" r="r" b="b"/>
              <a:pathLst>
                <a:path w="2870" h="4309" extrusionOk="0">
                  <a:moveTo>
                    <a:pt x="1929" y="427"/>
                  </a:moveTo>
                  <a:cubicBezTo>
                    <a:pt x="1929" y="439"/>
                    <a:pt x="1941" y="451"/>
                    <a:pt x="1941" y="487"/>
                  </a:cubicBezTo>
                  <a:cubicBezTo>
                    <a:pt x="1965" y="606"/>
                    <a:pt x="1941" y="1642"/>
                    <a:pt x="1941" y="2737"/>
                  </a:cubicBezTo>
                  <a:lnTo>
                    <a:pt x="572" y="2737"/>
                  </a:lnTo>
                  <a:cubicBezTo>
                    <a:pt x="1083" y="1809"/>
                    <a:pt x="1750" y="630"/>
                    <a:pt x="1881" y="475"/>
                  </a:cubicBezTo>
                  <a:lnTo>
                    <a:pt x="1929" y="427"/>
                  </a:lnTo>
                  <a:close/>
                  <a:moveTo>
                    <a:pt x="1947" y="1"/>
                  </a:moveTo>
                  <a:cubicBezTo>
                    <a:pt x="1843" y="1"/>
                    <a:pt x="1704" y="45"/>
                    <a:pt x="1560" y="213"/>
                  </a:cubicBezTo>
                  <a:cubicBezTo>
                    <a:pt x="1334" y="487"/>
                    <a:pt x="167" y="2606"/>
                    <a:pt x="24" y="2868"/>
                  </a:cubicBezTo>
                  <a:cubicBezTo>
                    <a:pt x="0" y="2928"/>
                    <a:pt x="0" y="3011"/>
                    <a:pt x="24" y="3071"/>
                  </a:cubicBezTo>
                  <a:cubicBezTo>
                    <a:pt x="71" y="3130"/>
                    <a:pt x="131" y="3178"/>
                    <a:pt x="202" y="3178"/>
                  </a:cubicBezTo>
                  <a:lnTo>
                    <a:pt x="1929" y="3178"/>
                  </a:lnTo>
                  <a:lnTo>
                    <a:pt x="1929" y="4118"/>
                  </a:lnTo>
                  <a:cubicBezTo>
                    <a:pt x="1929" y="4226"/>
                    <a:pt x="2036" y="4309"/>
                    <a:pt x="2155" y="4309"/>
                  </a:cubicBezTo>
                  <a:cubicBezTo>
                    <a:pt x="2274" y="4309"/>
                    <a:pt x="2369" y="4226"/>
                    <a:pt x="2381" y="4107"/>
                  </a:cubicBezTo>
                  <a:lnTo>
                    <a:pt x="2381" y="3166"/>
                  </a:lnTo>
                  <a:lnTo>
                    <a:pt x="2667" y="3166"/>
                  </a:lnTo>
                  <a:cubicBezTo>
                    <a:pt x="2786" y="3166"/>
                    <a:pt x="2869" y="3071"/>
                    <a:pt x="2869" y="2952"/>
                  </a:cubicBezTo>
                  <a:cubicBezTo>
                    <a:pt x="2869" y="2833"/>
                    <a:pt x="2786" y="2749"/>
                    <a:pt x="2667" y="2749"/>
                  </a:cubicBezTo>
                  <a:lnTo>
                    <a:pt x="2381" y="2749"/>
                  </a:lnTo>
                  <a:cubicBezTo>
                    <a:pt x="2381" y="1761"/>
                    <a:pt x="2393" y="606"/>
                    <a:pt x="2381" y="463"/>
                  </a:cubicBezTo>
                  <a:cubicBezTo>
                    <a:pt x="2369" y="249"/>
                    <a:pt x="2226" y="70"/>
                    <a:pt x="2072" y="23"/>
                  </a:cubicBezTo>
                  <a:cubicBezTo>
                    <a:pt x="2041" y="11"/>
                    <a:pt x="1998" y="1"/>
                    <a:pt x="19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7"/>
            <p:cNvSpPr/>
            <p:nvPr/>
          </p:nvSpPr>
          <p:spPr>
            <a:xfrm>
              <a:off x="5895718" y="1650374"/>
              <a:ext cx="88409" cy="135125"/>
            </a:xfrm>
            <a:custGeom>
              <a:avLst/>
              <a:gdLst/>
              <a:ahLst/>
              <a:cxnLst/>
              <a:rect l="l" t="t" r="r" b="b"/>
              <a:pathLst>
                <a:path w="2835" h="4333" extrusionOk="0">
                  <a:moveTo>
                    <a:pt x="1941" y="439"/>
                  </a:moveTo>
                  <a:cubicBezTo>
                    <a:pt x="1941" y="451"/>
                    <a:pt x="1953" y="463"/>
                    <a:pt x="1953" y="499"/>
                  </a:cubicBezTo>
                  <a:lnTo>
                    <a:pt x="1965" y="2749"/>
                  </a:lnTo>
                  <a:lnTo>
                    <a:pt x="596" y="2749"/>
                  </a:lnTo>
                  <a:cubicBezTo>
                    <a:pt x="1096" y="1821"/>
                    <a:pt x="1763" y="642"/>
                    <a:pt x="1894" y="487"/>
                  </a:cubicBezTo>
                  <a:lnTo>
                    <a:pt x="1941" y="439"/>
                  </a:lnTo>
                  <a:close/>
                  <a:moveTo>
                    <a:pt x="1942" y="1"/>
                  </a:moveTo>
                  <a:cubicBezTo>
                    <a:pt x="1838" y="1"/>
                    <a:pt x="1696" y="45"/>
                    <a:pt x="1560" y="213"/>
                  </a:cubicBezTo>
                  <a:cubicBezTo>
                    <a:pt x="1334" y="487"/>
                    <a:pt x="155" y="2606"/>
                    <a:pt x="24" y="2868"/>
                  </a:cubicBezTo>
                  <a:cubicBezTo>
                    <a:pt x="0" y="2928"/>
                    <a:pt x="0" y="3011"/>
                    <a:pt x="24" y="3071"/>
                  </a:cubicBezTo>
                  <a:cubicBezTo>
                    <a:pt x="72" y="3130"/>
                    <a:pt x="131" y="3178"/>
                    <a:pt x="203" y="3178"/>
                  </a:cubicBezTo>
                  <a:lnTo>
                    <a:pt x="1929" y="3178"/>
                  </a:lnTo>
                  <a:lnTo>
                    <a:pt x="1929" y="4119"/>
                  </a:lnTo>
                  <a:cubicBezTo>
                    <a:pt x="1929" y="4238"/>
                    <a:pt x="2013" y="4321"/>
                    <a:pt x="2144" y="4333"/>
                  </a:cubicBezTo>
                  <a:cubicBezTo>
                    <a:pt x="2263" y="4333"/>
                    <a:pt x="2346" y="4249"/>
                    <a:pt x="2346" y="4130"/>
                  </a:cubicBezTo>
                  <a:lnTo>
                    <a:pt x="2346" y="3190"/>
                  </a:lnTo>
                  <a:lnTo>
                    <a:pt x="2632" y="3190"/>
                  </a:lnTo>
                  <a:cubicBezTo>
                    <a:pt x="2751" y="3190"/>
                    <a:pt x="2834" y="3106"/>
                    <a:pt x="2834" y="2987"/>
                  </a:cubicBezTo>
                  <a:cubicBezTo>
                    <a:pt x="2834" y="2868"/>
                    <a:pt x="2751" y="2773"/>
                    <a:pt x="2632" y="2773"/>
                  </a:cubicBezTo>
                  <a:lnTo>
                    <a:pt x="2346" y="2773"/>
                  </a:lnTo>
                  <a:cubicBezTo>
                    <a:pt x="2394" y="1761"/>
                    <a:pt x="2394" y="618"/>
                    <a:pt x="2382" y="463"/>
                  </a:cubicBezTo>
                  <a:cubicBezTo>
                    <a:pt x="2358" y="249"/>
                    <a:pt x="2227" y="70"/>
                    <a:pt x="2060" y="23"/>
                  </a:cubicBezTo>
                  <a:cubicBezTo>
                    <a:pt x="2033" y="11"/>
                    <a:pt x="1992" y="1"/>
                    <a:pt x="19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7"/>
            <p:cNvSpPr/>
            <p:nvPr/>
          </p:nvSpPr>
          <p:spPr>
            <a:xfrm>
              <a:off x="5798452" y="1648098"/>
              <a:ext cx="84293" cy="140021"/>
            </a:xfrm>
            <a:custGeom>
              <a:avLst/>
              <a:gdLst/>
              <a:ahLst/>
              <a:cxnLst/>
              <a:rect l="l" t="t" r="r" b="b"/>
              <a:pathLst>
                <a:path w="2703" h="4490" extrusionOk="0">
                  <a:moveTo>
                    <a:pt x="1345" y="417"/>
                  </a:moveTo>
                  <a:cubicBezTo>
                    <a:pt x="1846" y="417"/>
                    <a:pt x="2250" y="822"/>
                    <a:pt x="2250" y="1334"/>
                  </a:cubicBezTo>
                  <a:lnTo>
                    <a:pt x="2250" y="3144"/>
                  </a:lnTo>
                  <a:cubicBezTo>
                    <a:pt x="2250" y="3656"/>
                    <a:pt x="1834" y="4049"/>
                    <a:pt x="1345" y="4049"/>
                  </a:cubicBezTo>
                  <a:cubicBezTo>
                    <a:pt x="833" y="4049"/>
                    <a:pt x="441" y="3656"/>
                    <a:pt x="441" y="3144"/>
                  </a:cubicBezTo>
                  <a:lnTo>
                    <a:pt x="441" y="1334"/>
                  </a:lnTo>
                  <a:cubicBezTo>
                    <a:pt x="441" y="822"/>
                    <a:pt x="833" y="417"/>
                    <a:pt x="1345" y="417"/>
                  </a:cubicBezTo>
                  <a:close/>
                  <a:moveTo>
                    <a:pt x="1357" y="1"/>
                  </a:moveTo>
                  <a:cubicBezTo>
                    <a:pt x="619" y="1"/>
                    <a:pt x="24" y="596"/>
                    <a:pt x="24" y="1346"/>
                  </a:cubicBezTo>
                  <a:lnTo>
                    <a:pt x="24" y="3144"/>
                  </a:lnTo>
                  <a:cubicBezTo>
                    <a:pt x="0" y="3870"/>
                    <a:pt x="619" y="4489"/>
                    <a:pt x="1357" y="4489"/>
                  </a:cubicBezTo>
                  <a:cubicBezTo>
                    <a:pt x="2107" y="4489"/>
                    <a:pt x="2703" y="3894"/>
                    <a:pt x="2703" y="3144"/>
                  </a:cubicBezTo>
                  <a:lnTo>
                    <a:pt x="2703" y="1346"/>
                  </a:lnTo>
                  <a:cubicBezTo>
                    <a:pt x="2703" y="596"/>
                    <a:pt x="2107" y="1"/>
                    <a:pt x="13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7"/>
            <p:cNvSpPr/>
            <p:nvPr/>
          </p:nvSpPr>
          <p:spPr>
            <a:xfrm>
              <a:off x="5652132" y="1582391"/>
              <a:ext cx="376153" cy="269937"/>
            </a:xfrm>
            <a:custGeom>
              <a:avLst/>
              <a:gdLst/>
              <a:ahLst/>
              <a:cxnLst/>
              <a:rect l="l" t="t" r="r" b="b"/>
              <a:pathLst>
                <a:path w="12062" h="8656" extrusionOk="0">
                  <a:moveTo>
                    <a:pt x="5085" y="429"/>
                  </a:moveTo>
                  <a:cubicBezTo>
                    <a:pt x="5133" y="429"/>
                    <a:pt x="5156" y="453"/>
                    <a:pt x="5156" y="500"/>
                  </a:cubicBezTo>
                  <a:lnTo>
                    <a:pt x="5156" y="1036"/>
                  </a:lnTo>
                  <a:lnTo>
                    <a:pt x="1513" y="1036"/>
                  </a:lnTo>
                  <a:lnTo>
                    <a:pt x="1513" y="500"/>
                  </a:lnTo>
                  <a:lnTo>
                    <a:pt x="1501" y="500"/>
                  </a:lnTo>
                  <a:cubicBezTo>
                    <a:pt x="1501" y="453"/>
                    <a:pt x="1525" y="429"/>
                    <a:pt x="1573" y="429"/>
                  </a:cubicBezTo>
                  <a:close/>
                  <a:moveTo>
                    <a:pt x="10562" y="7632"/>
                  </a:moveTo>
                  <a:lnTo>
                    <a:pt x="10562" y="8168"/>
                  </a:lnTo>
                  <a:lnTo>
                    <a:pt x="10574" y="8168"/>
                  </a:lnTo>
                  <a:cubicBezTo>
                    <a:pt x="10574" y="8215"/>
                    <a:pt x="10550" y="8239"/>
                    <a:pt x="10502" y="8239"/>
                  </a:cubicBezTo>
                  <a:lnTo>
                    <a:pt x="6990" y="8239"/>
                  </a:lnTo>
                  <a:cubicBezTo>
                    <a:pt x="6942" y="8239"/>
                    <a:pt x="6919" y="8215"/>
                    <a:pt x="6919" y="8168"/>
                  </a:cubicBezTo>
                  <a:lnTo>
                    <a:pt x="6919" y="7632"/>
                  </a:lnTo>
                  <a:close/>
                  <a:moveTo>
                    <a:pt x="1573" y="0"/>
                  </a:moveTo>
                  <a:cubicBezTo>
                    <a:pt x="1287" y="0"/>
                    <a:pt x="1061" y="214"/>
                    <a:pt x="1061" y="500"/>
                  </a:cubicBezTo>
                  <a:lnTo>
                    <a:pt x="1061" y="1036"/>
                  </a:lnTo>
                  <a:lnTo>
                    <a:pt x="513" y="1036"/>
                  </a:lnTo>
                  <a:cubicBezTo>
                    <a:pt x="227" y="1036"/>
                    <a:pt x="1" y="1262"/>
                    <a:pt x="1" y="1548"/>
                  </a:cubicBezTo>
                  <a:lnTo>
                    <a:pt x="1" y="7144"/>
                  </a:lnTo>
                  <a:cubicBezTo>
                    <a:pt x="1" y="7430"/>
                    <a:pt x="227" y="7644"/>
                    <a:pt x="513" y="7644"/>
                  </a:cubicBezTo>
                  <a:lnTo>
                    <a:pt x="4097" y="7644"/>
                  </a:lnTo>
                  <a:cubicBezTo>
                    <a:pt x="4216" y="7644"/>
                    <a:pt x="4311" y="7561"/>
                    <a:pt x="4311" y="7442"/>
                  </a:cubicBezTo>
                  <a:cubicBezTo>
                    <a:pt x="4311" y="7322"/>
                    <a:pt x="4216" y="7227"/>
                    <a:pt x="4097" y="7227"/>
                  </a:cubicBezTo>
                  <a:lnTo>
                    <a:pt x="513" y="7227"/>
                  </a:lnTo>
                  <a:cubicBezTo>
                    <a:pt x="465" y="7227"/>
                    <a:pt x="442" y="7203"/>
                    <a:pt x="442" y="7156"/>
                  </a:cubicBezTo>
                  <a:lnTo>
                    <a:pt x="442" y="1536"/>
                  </a:lnTo>
                  <a:cubicBezTo>
                    <a:pt x="442" y="1488"/>
                    <a:pt x="465" y="1453"/>
                    <a:pt x="513" y="1453"/>
                  </a:cubicBezTo>
                  <a:lnTo>
                    <a:pt x="11538" y="1453"/>
                  </a:lnTo>
                  <a:cubicBezTo>
                    <a:pt x="11586" y="1453"/>
                    <a:pt x="11610" y="1488"/>
                    <a:pt x="11610" y="1536"/>
                  </a:cubicBezTo>
                  <a:lnTo>
                    <a:pt x="11610" y="7132"/>
                  </a:lnTo>
                  <a:cubicBezTo>
                    <a:pt x="11610" y="7168"/>
                    <a:pt x="11586" y="7203"/>
                    <a:pt x="11538" y="7203"/>
                  </a:cubicBezTo>
                  <a:lnTo>
                    <a:pt x="5037" y="7203"/>
                  </a:lnTo>
                  <a:cubicBezTo>
                    <a:pt x="4918" y="7203"/>
                    <a:pt x="4823" y="7287"/>
                    <a:pt x="4823" y="7406"/>
                  </a:cubicBezTo>
                  <a:cubicBezTo>
                    <a:pt x="4823" y="7525"/>
                    <a:pt x="4918" y="7620"/>
                    <a:pt x="5037" y="7620"/>
                  </a:cubicBezTo>
                  <a:lnTo>
                    <a:pt x="6478" y="7620"/>
                  </a:lnTo>
                  <a:lnTo>
                    <a:pt x="6478" y="8156"/>
                  </a:lnTo>
                  <a:cubicBezTo>
                    <a:pt x="6478" y="8442"/>
                    <a:pt x="6704" y="8656"/>
                    <a:pt x="6990" y="8656"/>
                  </a:cubicBezTo>
                  <a:lnTo>
                    <a:pt x="10502" y="8656"/>
                  </a:lnTo>
                  <a:cubicBezTo>
                    <a:pt x="10788" y="8656"/>
                    <a:pt x="11002" y="8442"/>
                    <a:pt x="11002" y="8156"/>
                  </a:cubicBezTo>
                  <a:lnTo>
                    <a:pt x="11002" y="7632"/>
                  </a:lnTo>
                  <a:lnTo>
                    <a:pt x="11562" y="7632"/>
                  </a:lnTo>
                  <a:cubicBezTo>
                    <a:pt x="11836" y="7632"/>
                    <a:pt x="12062" y="7406"/>
                    <a:pt x="12062" y="7132"/>
                  </a:cubicBezTo>
                  <a:lnTo>
                    <a:pt x="12062" y="1536"/>
                  </a:lnTo>
                  <a:cubicBezTo>
                    <a:pt x="12062" y="1250"/>
                    <a:pt x="11836" y="1024"/>
                    <a:pt x="11562" y="1024"/>
                  </a:cubicBezTo>
                  <a:lnTo>
                    <a:pt x="5585" y="1024"/>
                  </a:lnTo>
                  <a:lnTo>
                    <a:pt x="5585" y="488"/>
                  </a:lnTo>
                  <a:cubicBezTo>
                    <a:pt x="5585" y="214"/>
                    <a:pt x="5371" y="0"/>
                    <a:pt x="50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8AA62CD7-99B8-3597-8D42-A170E6FA6D83}"/>
              </a:ext>
            </a:extLst>
          </p:cNvPr>
          <p:cNvSpPr txBox="1"/>
          <p:nvPr/>
        </p:nvSpPr>
        <p:spPr>
          <a:xfrm>
            <a:off x="8337941" y="4762681"/>
            <a:ext cx="706385" cy="307777"/>
          </a:xfrm>
          <a:prstGeom prst="rect">
            <a:avLst/>
          </a:prstGeom>
          <a:noFill/>
        </p:spPr>
        <p:txBody>
          <a:bodyPr wrap="square" rtlCol="0">
            <a:spAutoFit/>
          </a:bodyPr>
          <a:lstStyle/>
          <a:p>
            <a:r>
              <a:rPr lang="en-US" b="1" dirty="0"/>
              <a:t>5</a:t>
            </a:r>
            <a:endParaRPr lang="en-GB"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8"/>
          <p:cNvSpPr txBox="1">
            <a:spLocks noGrp="1"/>
          </p:cNvSpPr>
          <p:nvPr>
            <p:ph type="title"/>
          </p:nvPr>
        </p:nvSpPr>
        <p:spPr>
          <a:xfrm>
            <a:off x="3714650" y="2338425"/>
            <a:ext cx="4331400" cy="151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 main features of Clonezilla</a:t>
            </a:r>
            <a:endParaRPr/>
          </a:p>
        </p:txBody>
      </p:sp>
      <p:sp>
        <p:nvSpPr>
          <p:cNvPr id="324" name="Google Shape;324;p38"/>
          <p:cNvSpPr txBox="1">
            <a:spLocks noGrp="1"/>
          </p:cNvSpPr>
          <p:nvPr>
            <p:ph type="title" idx="2"/>
          </p:nvPr>
        </p:nvSpPr>
        <p:spPr>
          <a:xfrm>
            <a:off x="3790850" y="1165325"/>
            <a:ext cx="13185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pic>
        <p:nvPicPr>
          <p:cNvPr id="325" name="Google Shape;325;p38"/>
          <p:cNvPicPr preferRelativeResize="0"/>
          <p:nvPr/>
        </p:nvPicPr>
        <p:blipFill rotWithShape="1">
          <a:blip r:embed="rId3">
            <a:alphaModFix/>
          </a:blip>
          <a:srcRect l="39171" r="5368"/>
          <a:stretch/>
        </p:blipFill>
        <p:spPr>
          <a:xfrm flipH="1">
            <a:off x="-19251" y="0"/>
            <a:ext cx="3005225" cy="5143499"/>
          </a:xfrm>
          <a:prstGeom prst="rect">
            <a:avLst/>
          </a:prstGeom>
          <a:noFill/>
          <a:ln>
            <a:noFill/>
          </a:ln>
        </p:spPr>
      </p:pic>
      <p:sp>
        <p:nvSpPr>
          <p:cNvPr id="326" name="Google Shape;326;p38"/>
          <p:cNvSpPr/>
          <p:nvPr/>
        </p:nvSpPr>
        <p:spPr>
          <a:xfrm flipH="1">
            <a:off x="-1894501" y="1830691"/>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DA829BDB-321F-B54B-E906-4DF627B6BCBE}"/>
              </a:ext>
            </a:extLst>
          </p:cNvPr>
          <p:cNvSpPr txBox="1"/>
          <p:nvPr/>
        </p:nvSpPr>
        <p:spPr>
          <a:xfrm>
            <a:off x="8337941" y="4762681"/>
            <a:ext cx="706385" cy="307777"/>
          </a:xfrm>
          <a:prstGeom prst="rect">
            <a:avLst/>
          </a:prstGeom>
          <a:noFill/>
        </p:spPr>
        <p:txBody>
          <a:bodyPr wrap="square" rtlCol="0">
            <a:spAutoFit/>
          </a:bodyPr>
          <a:lstStyle/>
          <a:p>
            <a:r>
              <a:rPr lang="en-US" b="1" dirty="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9"/>
          <p:cNvSpPr txBox="1">
            <a:spLocks noGrp="1"/>
          </p:cNvSpPr>
          <p:nvPr>
            <p:ph type="title"/>
          </p:nvPr>
        </p:nvSpPr>
        <p:spPr>
          <a:xfrm>
            <a:off x="293100" y="151950"/>
            <a:ext cx="8727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main features of </a:t>
            </a:r>
            <a:r>
              <a:rPr lang="en">
                <a:solidFill>
                  <a:schemeClr val="accent1"/>
                </a:solidFill>
              </a:rPr>
              <a:t>Clonezilla</a:t>
            </a:r>
            <a:endParaRPr/>
          </a:p>
          <a:p>
            <a:pPr marL="0" lvl="0" indent="0" algn="ctr" rtl="0">
              <a:spcBef>
                <a:spcPts val="0"/>
              </a:spcBef>
              <a:spcAft>
                <a:spcPts val="0"/>
              </a:spcAft>
              <a:buNone/>
            </a:pPr>
            <a:endParaRPr sz="1000"/>
          </a:p>
          <a:p>
            <a:pPr marL="0" lvl="0" indent="0" algn="l" rtl="0">
              <a:spcBef>
                <a:spcPts val="0"/>
              </a:spcBef>
              <a:spcAft>
                <a:spcPts val="0"/>
              </a:spcAft>
              <a:buNone/>
            </a:pPr>
            <a:r>
              <a:rPr lang="en" sz="1700"/>
              <a:t>01 </a:t>
            </a:r>
            <a:r>
              <a:rPr lang="en" sz="1400"/>
              <a:t>Disk Cloning and Imaging: Clonezilla enables the creation of exact copies of entire disks or specific partitions, ideal for system restores, upgrades, or deployment.</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700"/>
              <a:t>02 </a:t>
            </a:r>
            <a:r>
              <a:rPr lang="en" sz="1400"/>
              <a:t>Multicast Support: It offers efficient cloning of multiple machines simultaneously using multicast technology, perfect for setting up multiple computers in an organization.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700"/>
              <a:t>03 </a:t>
            </a:r>
            <a:r>
              <a:rPr lang="en" sz="1400"/>
              <a:t>Cloning Modes: Clonezilla provides two modes:</a:t>
            </a:r>
            <a:endParaRPr sz="1400"/>
          </a:p>
          <a:p>
            <a:pPr marL="0" lvl="0" indent="0" algn="l" rtl="0">
              <a:spcBef>
                <a:spcPts val="0"/>
              </a:spcBef>
              <a:spcAft>
                <a:spcPts val="0"/>
              </a:spcAft>
              <a:buNone/>
            </a:pPr>
            <a:r>
              <a:rPr lang="en" sz="1400"/>
              <a:t>Device-to-device cloning for direct disk-to-disk cloning.</a:t>
            </a:r>
            <a:endParaRPr sz="1400"/>
          </a:p>
          <a:p>
            <a:pPr marL="0" lvl="0" indent="0" algn="l" rtl="0">
              <a:spcBef>
                <a:spcPts val="0"/>
              </a:spcBef>
              <a:spcAft>
                <a:spcPts val="0"/>
              </a:spcAft>
              <a:buNone/>
            </a:pPr>
            <a:r>
              <a:rPr lang="en" sz="1400"/>
              <a:t>Device-to-image cloning, where a device is cloned to an image file for later use.</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700"/>
              <a:t>04 </a:t>
            </a:r>
            <a:r>
              <a:rPr lang="en" sz="1400"/>
              <a:t>Bootable Media: It operates via a bootable CD/DVD or USB flash drive, allowing use without an operating system, crucial for system restoration or machines without an OS.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700"/>
              <a:t>05 </a:t>
            </a:r>
            <a:r>
              <a:rPr lang="en" sz="1400"/>
              <a:t>Filesystem Support: Supports a wide range of filesystems (ext2, ext3, ext4, fat16, fat32, ntfs, etc.) across various OS like Windows, macOS, and Linux.</a:t>
            </a:r>
            <a:endParaRPr sz="1400"/>
          </a:p>
        </p:txBody>
      </p:sp>
      <p:sp>
        <p:nvSpPr>
          <p:cNvPr id="2" name="TextBox 1">
            <a:extLst>
              <a:ext uri="{FF2B5EF4-FFF2-40B4-BE49-F238E27FC236}">
                <a16:creationId xmlns:a16="http://schemas.microsoft.com/office/drawing/2014/main" id="{AE89FC3A-4CDB-A534-EFB3-26454BE92C53}"/>
              </a:ext>
            </a:extLst>
          </p:cNvPr>
          <p:cNvSpPr txBox="1"/>
          <p:nvPr/>
        </p:nvSpPr>
        <p:spPr>
          <a:xfrm>
            <a:off x="8337941" y="4762681"/>
            <a:ext cx="706385" cy="307777"/>
          </a:xfrm>
          <a:prstGeom prst="rect">
            <a:avLst/>
          </a:prstGeom>
          <a:noFill/>
        </p:spPr>
        <p:txBody>
          <a:bodyPr wrap="square" rtlCol="0">
            <a:spAutoFit/>
          </a:bodyPr>
          <a:lstStyle/>
          <a:p>
            <a:r>
              <a:rPr lang="en-US" b="1" dirty="0"/>
              <a:t>7</a:t>
            </a:r>
            <a:endParaRPr lang="en-GB"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0"/>
          <p:cNvSpPr txBox="1">
            <a:spLocks noGrp="1"/>
          </p:cNvSpPr>
          <p:nvPr>
            <p:ph type="title"/>
          </p:nvPr>
        </p:nvSpPr>
        <p:spPr>
          <a:xfrm>
            <a:off x="293100" y="151950"/>
            <a:ext cx="8727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main features of </a:t>
            </a:r>
            <a:r>
              <a:rPr lang="en">
                <a:solidFill>
                  <a:schemeClr val="accent1"/>
                </a:solidFill>
              </a:rPr>
              <a:t>Clonezilla</a:t>
            </a:r>
            <a:endParaRPr/>
          </a:p>
          <a:p>
            <a:pPr marL="0" lvl="0" indent="0" algn="ctr" rtl="0">
              <a:spcBef>
                <a:spcPts val="0"/>
              </a:spcBef>
              <a:spcAft>
                <a:spcPts val="0"/>
              </a:spcAft>
              <a:buNone/>
            </a:pPr>
            <a:endParaRPr sz="1000"/>
          </a:p>
          <a:p>
            <a:pPr marL="0" lvl="0" indent="0" algn="l" rtl="0">
              <a:spcBef>
                <a:spcPts val="0"/>
              </a:spcBef>
              <a:spcAft>
                <a:spcPts val="0"/>
              </a:spcAft>
              <a:buNone/>
            </a:pPr>
            <a:r>
              <a:rPr lang="en" sz="1700"/>
              <a:t>06</a:t>
            </a:r>
            <a:r>
              <a:rPr lang="en" sz="1400"/>
              <a:t> Differential/Incremental Backup: Compatible with differential and incremental backups using other file-based tools to minimize backup space after the initial image.</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700"/>
              <a:t>07 </a:t>
            </a:r>
            <a:r>
              <a:rPr lang="en" sz="1400"/>
              <a:t>Compression and Encryption: Offers image compression to save space and AES-256 encryption for data security.</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700"/>
              <a:t>08 </a:t>
            </a:r>
            <a:r>
              <a:rPr lang="en" sz="1400"/>
              <a:t>Hardware Compatibility: Works with diverse hardware, including BIOS and UEFI systems, and supports different storage devices like HDDs, SSDs, and RAID configurations.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700"/>
              <a:t>09</a:t>
            </a:r>
            <a:r>
              <a:rPr lang="en" sz="1400"/>
              <a:t> Flexible Restoration: Enables image restoration to new disks or partitions, adaptable to size variations as long as the data fits.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700"/>
              <a:t>10 </a:t>
            </a:r>
            <a:r>
              <a:rPr lang="en" sz="1400"/>
              <a:t>Customizable Scripts: Allows advanced users to create custom scripts for task automation, beneficial for large-scale deployments.</a:t>
            </a:r>
            <a:endParaRPr sz="1400"/>
          </a:p>
          <a:p>
            <a:pPr marL="0" lvl="0" indent="0" algn="l" rtl="0">
              <a:spcBef>
                <a:spcPts val="0"/>
              </a:spcBef>
              <a:spcAft>
                <a:spcPts val="0"/>
              </a:spcAft>
              <a:buNone/>
            </a:pPr>
            <a:endParaRPr sz="1700"/>
          </a:p>
        </p:txBody>
      </p:sp>
      <p:sp>
        <p:nvSpPr>
          <p:cNvPr id="2" name="TextBox 1">
            <a:extLst>
              <a:ext uri="{FF2B5EF4-FFF2-40B4-BE49-F238E27FC236}">
                <a16:creationId xmlns:a16="http://schemas.microsoft.com/office/drawing/2014/main" id="{D3DB2A8B-CE00-3A45-567D-08171F7BFA5A}"/>
              </a:ext>
            </a:extLst>
          </p:cNvPr>
          <p:cNvSpPr txBox="1"/>
          <p:nvPr/>
        </p:nvSpPr>
        <p:spPr>
          <a:xfrm>
            <a:off x="8337941" y="4762681"/>
            <a:ext cx="706385" cy="307777"/>
          </a:xfrm>
          <a:prstGeom prst="rect">
            <a:avLst/>
          </a:prstGeom>
          <a:noFill/>
        </p:spPr>
        <p:txBody>
          <a:bodyPr wrap="square" rtlCol="0">
            <a:spAutoFit/>
          </a:bodyPr>
          <a:lstStyle/>
          <a:p>
            <a:r>
              <a:rPr lang="en-US" b="1" dirty="0"/>
              <a:t>8</a:t>
            </a:r>
            <a:endParaRPr lang="en-GB"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1"/>
          <p:cNvSpPr txBox="1">
            <a:spLocks noGrp="1"/>
          </p:cNvSpPr>
          <p:nvPr>
            <p:ph type="title"/>
          </p:nvPr>
        </p:nvSpPr>
        <p:spPr>
          <a:xfrm>
            <a:off x="293100" y="151950"/>
            <a:ext cx="8727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main features of </a:t>
            </a:r>
            <a:r>
              <a:rPr lang="en">
                <a:solidFill>
                  <a:schemeClr val="accent1"/>
                </a:solidFill>
              </a:rPr>
              <a:t>Clonezilla</a:t>
            </a:r>
            <a:endParaRPr/>
          </a:p>
          <a:p>
            <a:pPr marL="0" lvl="0" indent="0" algn="ctr" rtl="0">
              <a:spcBef>
                <a:spcPts val="0"/>
              </a:spcBef>
              <a:spcAft>
                <a:spcPts val="0"/>
              </a:spcAft>
              <a:buNone/>
            </a:pPr>
            <a:endParaRPr sz="1000"/>
          </a:p>
          <a:p>
            <a:pPr marL="0" lvl="0" indent="0" algn="l" rtl="0">
              <a:spcBef>
                <a:spcPts val="0"/>
              </a:spcBef>
              <a:spcAft>
                <a:spcPts val="0"/>
              </a:spcAft>
              <a:buNone/>
            </a:pPr>
            <a:r>
              <a:rPr lang="en" sz="1700"/>
              <a:t>11 </a:t>
            </a:r>
            <a:r>
              <a:rPr lang="en" sz="1400"/>
              <a:t>Network Support: Supports saving and restoring images over networks using SSH, Samba, NFS, and WebDAV.</a:t>
            </a:r>
            <a:endParaRPr sz="1400"/>
          </a:p>
          <a:p>
            <a:pPr marL="0" lvl="0" indent="0" algn="l" rtl="0">
              <a:spcBef>
                <a:spcPts val="0"/>
              </a:spcBef>
              <a:spcAft>
                <a:spcPts val="0"/>
              </a:spcAft>
              <a:buNone/>
            </a:pPr>
            <a:endParaRPr sz="1700"/>
          </a:p>
          <a:p>
            <a:pPr marL="0" lvl="0" indent="0" algn="l" rtl="0">
              <a:spcBef>
                <a:spcPts val="0"/>
              </a:spcBef>
              <a:spcAft>
                <a:spcPts val="0"/>
              </a:spcAft>
              <a:buNone/>
            </a:pPr>
            <a:r>
              <a:rPr lang="en" sz="1700"/>
              <a:t>12 </a:t>
            </a:r>
            <a:r>
              <a:rPr lang="en" sz="1400"/>
              <a:t>Rescue Mode: Includes a rescue mode for repairing broken systems.</a:t>
            </a:r>
            <a:endParaRPr sz="1400"/>
          </a:p>
          <a:p>
            <a:pPr marL="0" lvl="0" indent="0" algn="l" rtl="0">
              <a:spcBef>
                <a:spcPts val="0"/>
              </a:spcBef>
              <a:spcAft>
                <a:spcPts val="0"/>
              </a:spcAft>
              <a:buNone/>
            </a:pPr>
            <a:endParaRPr sz="1700"/>
          </a:p>
          <a:p>
            <a:pPr marL="0" lvl="0" indent="0" algn="l" rtl="0">
              <a:spcBef>
                <a:spcPts val="0"/>
              </a:spcBef>
              <a:spcAft>
                <a:spcPts val="0"/>
              </a:spcAft>
              <a:buNone/>
            </a:pPr>
            <a:r>
              <a:rPr lang="en" sz="1700"/>
              <a:t>13 </a:t>
            </a:r>
            <a:r>
              <a:rPr lang="en" sz="1400"/>
              <a:t>Accessibility: The interface is accessible via a Live CD, suitable for machines with limited resources.</a:t>
            </a:r>
            <a:endParaRPr sz="1400"/>
          </a:p>
          <a:p>
            <a:pPr marL="0" lvl="0" indent="0" algn="l" rtl="0">
              <a:spcBef>
                <a:spcPts val="0"/>
              </a:spcBef>
              <a:spcAft>
                <a:spcPts val="0"/>
              </a:spcAft>
              <a:buNone/>
            </a:pPr>
            <a:endParaRPr sz="1700"/>
          </a:p>
          <a:p>
            <a:pPr marL="0" lvl="0" indent="0" algn="l" rtl="0">
              <a:spcBef>
                <a:spcPts val="0"/>
              </a:spcBef>
              <a:spcAft>
                <a:spcPts val="0"/>
              </a:spcAft>
              <a:buNone/>
            </a:pPr>
            <a:r>
              <a:rPr lang="en" sz="1700"/>
              <a:t>14 </a:t>
            </a:r>
            <a:r>
              <a:rPr lang="en" sz="1400"/>
              <a:t>Partition Table Manipulation: Capable of cloning partition tables independently, enabling exact duplication of partition layouts.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300"/>
              <a:t>highlight Clonezilla's flexibility, making it a reliable solution for system backup, deployment, and recovery for both individual and enterprise users. Its versatility and powerful cloning capabilities, coupled with the advantage of being free, make it a favored choice among IT professionals.</a:t>
            </a:r>
            <a:endParaRPr sz="1300"/>
          </a:p>
          <a:p>
            <a:pPr marL="0" lvl="0" indent="0" algn="l" rtl="0">
              <a:spcBef>
                <a:spcPts val="0"/>
              </a:spcBef>
              <a:spcAft>
                <a:spcPts val="0"/>
              </a:spcAft>
              <a:buNone/>
            </a:pPr>
            <a:endParaRPr sz="1700"/>
          </a:p>
        </p:txBody>
      </p:sp>
      <p:sp>
        <p:nvSpPr>
          <p:cNvPr id="2" name="TextBox 1">
            <a:extLst>
              <a:ext uri="{FF2B5EF4-FFF2-40B4-BE49-F238E27FC236}">
                <a16:creationId xmlns:a16="http://schemas.microsoft.com/office/drawing/2014/main" id="{E9F90F17-5A32-162B-5AFF-2014B0CA8BBE}"/>
              </a:ext>
            </a:extLst>
          </p:cNvPr>
          <p:cNvSpPr txBox="1"/>
          <p:nvPr/>
        </p:nvSpPr>
        <p:spPr>
          <a:xfrm>
            <a:off x="8337941" y="4762681"/>
            <a:ext cx="706385" cy="307777"/>
          </a:xfrm>
          <a:prstGeom prst="rect">
            <a:avLst/>
          </a:prstGeom>
          <a:noFill/>
        </p:spPr>
        <p:txBody>
          <a:bodyPr wrap="square" rtlCol="0">
            <a:spAutoFit/>
          </a:bodyPr>
          <a:lstStyle/>
          <a:p>
            <a:r>
              <a:rPr lang="en-US" b="1" dirty="0"/>
              <a:t>9</a:t>
            </a:r>
            <a:endParaRPr lang="en-GB"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2"/>
          <p:cNvSpPr txBox="1">
            <a:spLocks noGrp="1"/>
          </p:cNvSpPr>
          <p:nvPr>
            <p:ph type="title"/>
          </p:nvPr>
        </p:nvSpPr>
        <p:spPr>
          <a:xfrm>
            <a:off x="3714650" y="2338425"/>
            <a:ext cx="5377200" cy="25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Comparing Clonezilla features with similar tools. </a:t>
            </a:r>
            <a:endParaRPr/>
          </a:p>
        </p:txBody>
      </p:sp>
      <p:sp>
        <p:nvSpPr>
          <p:cNvPr id="347" name="Google Shape;347;p42"/>
          <p:cNvSpPr txBox="1">
            <a:spLocks noGrp="1"/>
          </p:cNvSpPr>
          <p:nvPr>
            <p:ph type="title" idx="2"/>
          </p:nvPr>
        </p:nvSpPr>
        <p:spPr>
          <a:xfrm>
            <a:off x="3790850" y="1165325"/>
            <a:ext cx="13185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pic>
        <p:nvPicPr>
          <p:cNvPr id="348" name="Google Shape;348;p42"/>
          <p:cNvPicPr preferRelativeResize="0"/>
          <p:nvPr/>
        </p:nvPicPr>
        <p:blipFill rotWithShape="1">
          <a:blip r:embed="rId3">
            <a:alphaModFix/>
          </a:blip>
          <a:srcRect l="39171" r="5368"/>
          <a:stretch/>
        </p:blipFill>
        <p:spPr>
          <a:xfrm flipH="1">
            <a:off x="-19251" y="0"/>
            <a:ext cx="3005225" cy="5143499"/>
          </a:xfrm>
          <a:prstGeom prst="rect">
            <a:avLst/>
          </a:prstGeom>
          <a:noFill/>
          <a:ln>
            <a:noFill/>
          </a:ln>
        </p:spPr>
      </p:pic>
      <p:sp>
        <p:nvSpPr>
          <p:cNvPr id="349" name="Google Shape;349;p42"/>
          <p:cNvSpPr/>
          <p:nvPr/>
        </p:nvSpPr>
        <p:spPr>
          <a:xfrm flipH="1">
            <a:off x="-1894501" y="1830691"/>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54424B43-8E11-325C-1C3C-5908F64EF473}"/>
              </a:ext>
            </a:extLst>
          </p:cNvPr>
          <p:cNvSpPr txBox="1"/>
          <p:nvPr/>
        </p:nvSpPr>
        <p:spPr>
          <a:xfrm>
            <a:off x="8337941" y="4762681"/>
            <a:ext cx="706385" cy="307777"/>
          </a:xfrm>
          <a:prstGeom prst="rect">
            <a:avLst/>
          </a:prstGeom>
          <a:noFill/>
        </p:spPr>
        <p:txBody>
          <a:bodyPr wrap="square" rtlCol="0">
            <a:spAutoFit/>
          </a:bodyPr>
          <a:lstStyle/>
          <a:p>
            <a:r>
              <a:rPr lang="en-US" b="1" dirty="0"/>
              <a:t>10</a:t>
            </a:r>
            <a:endParaRPr lang="en-GB"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3"/>
          <p:cNvSpPr txBox="1">
            <a:spLocks noGrp="1"/>
          </p:cNvSpPr>
          <p:nvPr>
            <p:ph type="title"/>
          </p:nvPr>
        </p:nvSpPr>
        <p:spPr>
          <a:xfrm>
            <a:off x="208350" y="288425"/>
            <a:ext cx="8727300" cy="211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vs. </a:t>
            </a:r>
            <a:r>
              <a:rPr lang="en">
                <a:solidFill>
                  <a:schemeClr val="accent1"/>
                </a:solidFill>
              </a:rPr>
              <a:t>Acronis True Image:</a:t>
            </a:r>
            <a:endParaRPr>
              <a:solidFill>
                <a:schemeClr val="accent1"/>
              </a:solidFill>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sz="1400"/>
              <a:t>Clonezilla: Open-source tool.</a:t>
            </a:r>
            <a:endParaRPr sz="1400"/>
          </a:p>
          <a:p>
            <a:pPr marL="457200" lvl="0" indent="-317500" algn="l" rtl="0">
              <a:spcBef>
                <a:spcPts val="0"/>
              </a:spcBef>
              <a:spcAft>
                <a:spcPts val="0"/>
              </a:spcAft>
              <a:buSzPts val="1400"/>
              <a:buChar char="●"/>
            </a:pPr>
            <a:r>
              <a:rPr lang="en" sz="1400"/>
              <a:t>Acronis True Image: Commercial with a free trial.</a:t>
            </a:r>
            <a:endParaRPr sz="1400"/>
          </a:p>
          <a:p>
            <a:pPr marL="457200" lvl="0" indent="-317500" algn="l" rtl="0">
              <a:spcBef>
                <a:spcPts val="0"/>
              </a:spcBef>
              <a:spcAft>
                <a:spcPts val="0"/>
              </a:spcAft>
              <a:buSzPts val="1400"/>
              <a:buChar char="●"/>
            </a:pPr>
            <a:r>
              <a:rPr lang="en" sz="1400"/>
              <a:t>Acronis: More user-friendly GUI, diverse backup options.</a:t>
            </a:r>
            <a:endParaRPr sz="1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55" name="Google Shape;355;p43"/>
          <p:cNvSpPr txBox="1">
            <a:spLocks noGrp="1"/>
          </p:cNvSpPr>
          <p:nvPr>
            <p:ph type="title"/>
          </p:nvPr>
        </p:nvSpPr>
        <p:spPr>
          <a:xfrm>
            <a:off x="208350" y="2314325"/>
            <a:ext cx="8727300" cy="247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vs. </a:t>
            </a:r>
            <a:r>
              <a:rPr lang="en">
                <a:solidFill>
                  <a:schemeClr val="accent1"/>
                </a:solidFill>
              </a:rPr>
              <a:t>Duplicati:</a:t>
            </a:r>
            <a:endParaRPr>
              <a:solidFill>
                <a:schemeClr val="accent1"/>
              </a:solidFill>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sz="1400"/>
              <a:t>Clonezilla: Focus on disk images, complete system backups.</a:t>
            </a:r>
            <a:endParaRPr sz="1400"/>
          </a:p>
          <a:p>
            <a:pPr marL="457200" lvl="0" indent="-317500" algn="l" rtl="0">
              <a:spcBef>
                <a:spcPts val="0"/>
              </a:spcBef>
              <a:spcAft>
                <a:spcPts val="0"/>
              </a:spcAft>
              <a:buSzPts val="1400"/>
              <a:buChar char="●"/>
            </a:pPr>
            <a:r>
              <a:rPr lang="en" sz="1400"/>
              <a:t>Duplicati: Prioritizes file backups with encryption and deduplication.</a:t>
            </a:r>
            <a:endParaRPr sz="1400"/>
          </a:p>
          <a:p>
            <a:pPr marL="457200" lvl="0" indent="-317500" algn="l" rtl="0">
              <a:spcBef>
                <a:spcPts val="0"/>
              </a:spcBef>
              <a:spcAft>
                <a:spcPts val="0"/>
              </a:spcAft>
              <a:buSzPts val="1400"/>
              <a:buChar char="●"/>
            </a:pPr>
            <a:r>
              <a:rPr lang="en" sz="1400"/>
              <a:t>Clonezilla: Emphasizes complete system backup, while Duplicati offers versatile backup destinations</a:t>
            </a:r>
            <a:endParaRPr sz="1400"/>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986AFF03-F3F9-F6E8-7557-B3E1ACDFCA8F}"/>
              </a:ext>
            </a:extLst>
          </p:cNvPr>
          <p:cNvSpPr txBox="1"/>
          <p:nvPr/>
        </p:nvSpPr>
        <p:spPr>
          <a:xfrm>
            <a:off x="8337941" y="4762681"/>
            <a:ext cx="706385" cy="307777"/>
          </a:xfrm>
          <a:prstGeom prst="rect">
            <a:avLst/>
          </a:prstGeom>
          <a:noFill/>
        </p:spPr>
        <p:txBody>
          <a:bodyPr wrap="square" rtlCol="0">
            <a:spAutoFit/>
          </a:bodyPr>
          <a:lstStyle/>
          <a:p>
            <a:r>
              <a:rPr lang="en-US" b="1" dirty="0"/>
              <a:t>11</a:t>
            </a:r>
            <a:endParaRPr lang="en-GB"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4"/>
          <p:cNvSpPr txBox="1">
            <a:spLocks noGrp="1"/>
          </p:cNvSpPr>
          <p:nvPr>
            <p:ph type="title"/>
          </p:nvPr>
        </p:nvSpPr>
        <p:spPr>
          <a:xfrm>
            <a:off x="208350" y="393400"/>
            <a:ext cx="8727300" cy="199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vs. </a:t>
            </a:r>
            <a:r>
              <a:rPr lang="en">
                <a:solidFill>
                  <a:schemeClr val="accent1"/>
                </a:solidFill>
              </a:rPr>
              <a:t>Macrium Reflect:</a:t>
            </a:r>
            <a:endParaRPr>
              <a:solidFill>
                <a:schemeClr val="accent1"/>
              </a:solidFill>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sz="1400"/>
              <a:t>Macrium Reflect: Commercial with free edition.</a:t>
            </a:r>
            <a:endParaRPr sz="1400"/>
          </a:p>
          <a:p>
            <a:pPr marL="457200" lvl="0" indent="-317500" algn="l" rtl="0">
              <a:spcBef>
                <a:spcPts val="0"/>
              </a:spcBef>
              <a:spcAft>
                <a:spcPts val="0"/>
              </a:spcAft>
              <a:buSzPts val="1400"/>
              <a:buChar char="●"/>
            </a:pPr>
            <a:r>
              <a:rPr lang="en" sz="1400"/>
              <a:t>Macrium: Faster backup, user-friendly.</a:t>
            </a:r>
            <a:endParaRPr sz="1400"/>
          </a:p>
          <a:p>
            <a:pPr marL="457200" lvl="0" indent="-317500" algn="l" rtl="0">
              <a:spcBef>
                <a:spcPts val="0"/>
              </a:spcBef>
              <a:spcAft>
                <a:spcPts val="0"/>
              </a:spcAft>
              <a:buSzPts val="1400"/>
              <a:buChar char="●"/>
            </a:pPr>
            <a:r>
              <a:rPr lang="en" sz="1400"/>
              <a:t>Clonezilla: Advanced users, complete disk images.</a:t>
            </a:r>
            <a:endParaRPr sz="1400"/>
          </a:p>
          <a:p>
            <a:pPr marL="457200" lvl="0" indent="-317500" algn="l" rtl="0">
              <a:spcBef>
                <a:spcPts val="0"/>
              </a:spcBef>
              <a:spcAft>
                <a:spcPts val="0"/>
              </a:spcAft>
              <a:buSzPts val="1400"/>
              <a:buChar char="●"/>
            </a:pPr>
            <a:endParaRPr sz="1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61" name="Google Shape;361;p44"/>
          <p:cNvSpPr txBox="1">
            <a:spLocks noGrp="1"/>
          </p:cNvSpPr>
          <p:nvPr>
            <p:ph type="title"/>
          </p:nvPr>
        </p:nvSpPr>
        <p:spPr>
          <a:xfrm>
            <a:off x="208350" y="2450775"/>
            <a:ext cx="8727300" cy="151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vs. </a:t>
            </a:r>
            <a:r>
              <a:rPr lang="en">
                <a:solidFill>
                  <a:schemeClr val="accent1"/>
                </a:solidFill>
              </a:rPr>
              <a:t>Amanda Network Backup:</a:t>
            </a:r>
            <a:endParaRPr>
              <a:solidFill>
                <a:schemeClr val="accent1"/>
              </a:solidFill>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sz="1400"/>
              <a:t>Clonezilla: Local backup tool.</a:t>
            </a:r>
            <a:endParaRPr sz="1400"/>
          </a:p>
          <a:p>
            <a:pPr marL="457200" lvl="0" indent="-317500" algn="l" rtl="0">
              <a:spcBef>
                <a:spcPts val="0"/>
              </a:spcBef>
              <a:spcAft>
                <a:spcPts val="0"/>
              </a:spcAft>
              <a:buSzPts val="1400"/>
              <a:buChar char="●"/>
            </a:pPr>
            <a:r>
              <a:rPr lang="en" sz="1400"/>
              <a:t>Amanda Network Backup: Network-based, for enterprises.</a:t>
            </a:r>
            <a:endParaRPr sz="1400"/>
          </a:p>
          <a:p>
            <a:pPr marL="457200" lvl="0" indent="-317500" algn="l" rtl="0">
              <a:spcBef>
                <a:spcPts val="0"/>
              </a:spcBef>
              <a:spcAft>
                <a:spcPts val="0"/>
              </a:spcAft>
              <a:buSzPts val="1400"/>
              <a:buChar char="●"/>
            </a:pPr>
            <a:r>
              <a:rPr lang="en" sz="1400"/>
              <a:t>Clonezilla: Individual system backups.</a:t>
            </a:r>
            <a:endParaRPr sz="14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9416C94F-8A48-B10D-57C6-F189D251BB07}"/>
              </a:ext>
            </a:extLst>
          </p:cNvPr>
          <p:cNvSpPr txBox="1"/>
          <p:nvPr/>
        </p:nvSpPr>
        <p:spPr>
          <a:xfrm>
            <a:off x="8337941" y="4762681"/>
            <a:ext cx="706385" cy="307777"/>
          </a:xfrm>
          <a:prstGeom prst="rect">
            <a:avLst/>
          </a:prstGeom>
          <a:noFill/>
        </p:spPr>
        <p:txBody>
          <a:bodyPr wrap="square" rtlCol="0">
            <a:spAutoFit/>
          </a:bodyPr>
          <a:lstStyle/>
          <a:p>
            <a:r>
              <a:rPr lang="en-US" b="1" dirty="0"/>
              <a:t>12</a:t>
            </a:r>
            <a:endParaRPr lang="en-GB"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5"/>
          <p:cNvSpPr txBox="1">
            <a:spLocks noGrp="1"/>
          </p:cNvSpPr>
          <p:nvPr>
            <p:ph type="title"/>
          </p:nvPr>
        </p:nvSpPr>
        <p:spPr>
          <a:xfrm>
            <a:off x="3714650" y="2338425"/>
            <a:ext cx="4589400" cy="174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An example of how to use Clonezilla</a:t>
            </a:r>
            <a:endParaRPr/>
          </a:p>
        </p:txBody>
      </p:sp>
      <p:sp>
        <p:nvSpPr>
          <p:cNvPr id="367" name="Google Shape;367;p45"/>
          <p:cNvSpPr txBox="1">
            <a:spLocks noGrp="1"/>
          </p:cNvSpPr>
          <p:nvPr>
            <p:ph type="title" idx="2"/>
          </p:nvPr>
        </p:nvSpPr>
        <p:spPr>
          <a:xfrm>
            <a:off x="3790850" y="1165325"/>
            <a:ext cx="13185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pic>
        <p:nvPicPr>
          <p:cNvPr id="368" name="Google Shape;368;p45"/>
          <p:cNvPicPr preferRelativeResize="0"/>
          <p:nvPr/>
        </p:nvPicPr>
        <p:blipFill rotWithShape="1">
          <a:blip r:embed="rId3">
            <a:alphaModFix/>
          </a:blip>
          <a:srcRect l="39171" r="5368"/>
          <a:stretch/>
        </p:blipFill>
        <p:spPr>
          <a:xfrm flipH="1">
            <a:off x="-19251" y="0"/>
            <a:ext cx="3005225" cy="5143499"/>
          </a:xfrm>
          <a:prstGeom prst="rect">
            <a:avLst/>
          </a:prstGeom>
          <a:noFill/>
          <a:ln>
            <a:noFill/>
          </a:ln>
        </p:spPr>
      </p:pic>
      <p:sp>
        <p:nvSpPr>
          <p:cNvPr id="369" name="Google Shape;369;p45"/>
          <p:cNvSpPr/>
          <p:nvPr/>
        </p:nvSpPr>
        <p:spPr>
          <a:xfrm flipH="1">
            <a:off x="-1894501" y="1830691"/>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A004DEDE-220C-B9AB-5563-B38E3B872929}"/>
              </a:ext>
            </a:extLst>
          </p:cNvPr>
          <p:cNvSpPr txBox="1"/>
          <p:nvPr/>
        </p:nvSpPr>
        <p:spPr>
          <a:xfrm>
            <a:off x="8337941" y="4762681"/>
            <a:ext cx="706385" cy="307777"/>
          </a:xfrm>
          <a:prstGeom prst="rect">
            <a:avLst/>
          </a:prstGeom>
          <a:noFill/>
        </p:spPr>
        <p:txBody>
          <a:bodyPr wrap="square" rtlCol="0">
            <a:spAutoFit/>
          </a:bodyPr>
          <a:lstStyle/>
          <a:p>
            <a:r>
              <a:rPr lang="en-US" b="1" dirty="0"/>
              <a:t>13</a:t>
            </a:r>
            <a:endParaRPr lang="en-GB"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6"/>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375" name="Google Shape;375;p46"/>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1: </a:t>
            </a:r>
            <a:r>
              <a:rPr lang="en" sz="1600" b="0"/>
              <a:t>Download Clonezilla from the official website </a:t>
            </a:r>
            <a:endParaRPr sz="1600" b="0"/>
          </a:p>
          <a:p>
            <a:pPr marL="457200" lvl="0" indent="0" algn="l" rtl="0">
              <a:spcBef>
                <a:spcPts val="0"/>
              </a:spcBef>
              <a:spcAft>
                <a:spcPts val="0"/>
              </a:spcAft>
              <a:buNone/>
            </a:pPr>
            <a:endParaRPr sz="1600" b="0"/>
          </a:p>
          <a:p>
            <a:pPr marL="457200" lvl="0" indent="-330200" algn="l" rtl="0">
              <a:spcBef>
                <a:spcPts val="0"/>
              </a:spcBef>
              <a:spcAft>
                <a:spcPts val="0"/>
              </a:spcAft>
              <a:buSzPts val="1600"/>
              <a:buChar char="●"/>
            </a:pPr>
            <a:r>
              <a:rPr lang="en" sz="1600"/>
              <a:t>Step 2: </a:t>
            </a:r>
            <a:r>
              <a:rPr lang="en" sz="1600" b="0"/>
              <a:t>Make sure the version you plan to download is compatible with your system and stable. </a:t>
            </a:r>
            <a:endParaRPr sz="1600" b="0"/>
          </a:p>
          <a:p>
            <a:pPr marL="457200" lvl="0" indent="0" algn="l" rtl="0">
              <a:spcBef>
                <a:spcPts val="0"/>
              </a:spcBef>
              <a:spcAft>
                <a:spcPts val="0"/>
              </a:spcAft>
              <a:buNone/>
            </a:pPr>
            <a:endParaRPr sz="1600" b="0"/>
          </a:p>
          <a:p>
            <a:pPr marL="457200" lvl="0" indent="-330200" algn="l" rtl="0">
              <a:spcBef>
                <a:spcPts val="0"/>
              </a:spcBef>
              <a:spcAft>
                <a:spcPts val="0"/>
              </a:spcAft>
              <a:buSzPts val="1600"/>
              <a:buChar char="●"/>
            </a:pPr>
            <a:r>
              <a:rPr lang="en" sz="1600"/>
              <a:t>Step 3: </a:t>
            </a:r>
            <a:r>
              <a:rPr lang="en" sz="1600" b="0"/>
              <a:t>To backup your data, you must </a:t>
            </a:r>
            <a:r>
              <a:rPr lang="en" sz="1600"/>
              <a:t>connect </a:t>
            </a:r>
            <a:r>
              <a:rPr lang="en" sz="1600" b="0"/>
              <a:t>both the external disk and the bootable device containing Clonezilla. When you're sure they've been fitted correctly, please restart the system.</a:t>
            </a:r>
            <a:endParaRPr sz="1600" b="0"/>
          </a:p>
          <a:p>
            <a:pPr marL="0" lvl="0" indent="0" algn="l" rtl="0">
              <a:spcBef>
                <a:spcPts val="0"/>
              </a:spcBef>
              <a:spcAft>
                <a:spcPts val="0"/>
              </a:spcAft>
              <a:buNone/>
            </a:pPr>
            <a:endParaRPr sz="1600"/>
          </a:p>
        </p:txBody>
      </p:sp>
      <p:sp>
        <p:nvSpPr>
          <p:cNvPr id="2" name="TextBox 1">
            <a:extLst>
              <a:ext uri="{FF2B5EF4-FFF2-40B4-BE49-F238E27FC236}">
                <a16:creationId xmlns:a16="http://schemas.microsoft.com/office/drawing/2014/main" id="{097E434B-8111-92A4-08AA-21A94377D441}"/>
              </a:ext>
            </a:extLst>
          </p:cNvPr>
          <p:cNvSpPr txBox="1"/>
          <p:nvPr/>
        </p:nvSpPr>
        <p:spPr>
          <a:xfrm>
            <a:off x="8337941" y="4762681"/>
            <a:ext cx="706385" cy="307777"/>
          </a:xfrm>
          <a:prstGeom prst="rect">
            <a:avLst/>
          </a:prstGeom>
          <a:noFill/>
        </p:spPr>
        <p:txBody>
          <a:bodyPr wrap="square" rtlCol="0">
            <a:spAutoFit/>
          </a:bodyPr>
          <a:lstStyle/>
          <a:p>
            <a:r>
              <a:rPr lang="en-US" b="1" dirty="0"/>
              <a:t>14</a:t>
            </a:r>
            <a:endParaRPr lang="en-GB"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7"/>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381" name="Google Shape;381;p47"/>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4: </a:t>
            </a:r>
            <a:r>
              <a:rPr lang="en" sz="1600" b="0"/>
              <a:t>Clonezilla welcome screen. Select the option </a:t>
            </a:r>
            <a:r>
              <a:rPr lang="en" sz="1600"/>
              <a:t>Clonezilla live option </a:t>
            </a:r>
            <a:r>
              <a:rPr lang="en" sz="1600" b="0"/>
              <a:t>and press enter to continue.</a:t>
            </a: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p:txBody>
      </p:sp>
      <p:pic>
        <p:nvPicPr>
          <p:cNvPr id="382" name="Google Shape;382;p47"/>
          <p:cNvPicPr preferRelativeResize="0"/>
          <p:nvPr/>
        </p:nvPicPr>
        <p:blipFill>
          <a:blip r:embed="rId3">
            <a:alphaModFix/>
          </a:blip>
          <a:stretch>
            <a:fillRect/>
          </a:stretch>
        </p:blipFill>
        <p:spPr>
          <a:xfrm>
            <a:off x="3252750" y="1822050"/>
            <a:ext cx="3276275" cy="2486250"/>
          </a:xfrm>
          <a:prstGeom prst="rect">
            <a:avLst/>
          </a:prstGeom>
          <a:noFill/>
          <a:ln>
            <a:noFill/>
          </a:ln>
        </p:spPr>
      </p:pic>
      <p:sp>
        <p:nvSpPr>
          <p:cNvPr id="2" name="TextBox 1">
            <a:extLst>
              <a:ext uri="{FF2B5EF4-FFF2-40B4-BE49-F238E27FC236}">
                <a16:creationId xmlns:a16="http://schemas.microsoft.com/office/drawing/2014/main" id="{ADA1683D-518A-E3E1-81DD-CEE3381486E9}"/>
              </a:ext>
            </a:extLst>
          </p:cNvPr>
          <p:cNvSpPr txBox="1"/>
          <p:nvPr/>
        </p:nvSpPr>
        <p:spPr>
          <a:xfrm>
            <a:off x="8337941" y="4762681"/>
            <a:ext cx="706385" cy="307777"/>
          </a:xfrm>
          <a:prstGeom prst="rect">
            <a:avLst/>
          </a:prstGeom>
          <a:noFill/>
        </p:spPr>
        <p:txBody>
          <a:bodyPr wrap="square" rtlCol="0">
            <a:spAutoFit/>
          </a:bodyPr>
          <a:lstStyle/>
          <a:p>
            <a:r>
              <a:rPr lang="en-US" b="1" dirty="0"/>
              <a:t>15</a:t>
            </a:r>
            <a:endParaRPr lang="en-GB"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8"/>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388" name="Google Shape;388;p48"/>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Step5: </a:t>
            </a:r>
            <a:r>
              <a:rPr lang="en" sz="1600" b="0"/>
              <a:t>The language screen will then show up. Here, you must choose the language that is appropriate for the cloning procedure.</a:t>
            </a: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p:txBody>
      </p:sp>
      <p:pic>
        <p:nvPicPr>
          <p:cNvPr id="389" name="Google Shape;389;p48"/>
          <p:cNvPicPr preferRelativeResize="0"/>
          <p:nvPr/>
        </p:nvPicPr>
        <p:blipFill rotWithShape="1">
          <a:blip r:embed="rId3">
            <a:alphaModFix/>
          </a:blip>
          <a:srcRect l="17356" r="22041" b="11746"/>
          <a:stretch/>
        </p:blipFill>
        <p:spPr>
          <a:xfrm>
            <a:off x="2628675" y="2011050"/>
            <a:ext cx="3150650" cy="2297250"/>
          </a:xfrm>
          <a:prstGeom prst="rect">
            <a:avLst/>
          </a:prstGeom>
          <a:noFill/>
          <a:ln>
            <a:noFill/>
          </a:ln>
        </p:spPr>
      </p:pic>
      <p:sp>
        <p:nvSpPr>
          <p:cNvPr id="2" name="TextBox 1">
            <a:extLst>
              <a:ext uri="{FF2B5EF4-FFF2-40B4-BE49-F238E27FC236}">
                <a16:creationId xmlns:a16="http://schemas.microsoft.com/office/drawing/2014/main" id="{DC736D1B-BF6F-31A7-F2E8-01B3700E251B}"/>
              </a:ext>
            </a:extLst>
          </p:cNvPr>
          <p:cNvSpPr txBox="1"/>
          <p:nvPr/>
        </p:nvSpPr>
        <p:spPr>
          <a:xfrm>
            <a:off x="8337941" y="4762681"/>
            <a:ext cx="706385" cy="307777"/>
          </a:xfrm>
          <a:prstGeom prst="rect">
            <a:avLst/>
          </a:prstGeom>
          <a:noFill/>
        </p:spPr>
        <p:txBody>
          <a:bodyPr wrap="square" rtlCol="0">
            <a:spAutoFit/>
          </a:bodyPr>
          <a:lstStyle/>
          <a:p>
            <a:r>
              <a:rPr lang="en-US" b="1" dirty="0"/>
              <a:t>16</a:t>
            </a:r>
            <a:endParaRPr lang="en-GB"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9"/>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395" name="Google Shape;395;p49"/>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6: </a:t>
            </a:r>
            <a:r>
              <a:rPr lang="en" sz="1600" b="0"/>
              <a:t>You have the ability to</a:t>
            </a:r>
            <a:r>
              <a:rPr lang="en" sz="1600"/>
              <a:t> customize or alter your keyboard</a:t>
            </a:r>
            <a:r>
              <a:rPr lang="en" sz="1600" b="0"/>
              <a:t> layout in the following step.</a:t>
            </a:r>
            <a:endParaRPr sz="1600" b="0"/>
          </a:p>
          <a:p>
            <a:pPr marL="914400" lvl="1" indent="-330200" algn="l" rtl="0">
              <a:spcBef>
                <a:spcPts val="0"/>
              </a:spcBef>
              <a:spcAft>
                <a:spcPts val="0"/>
              </a:spcAft>
              <a:buSzPts val="1600"/>
              <a:buChar char="○"/>
            </a:pPr>
            <a:r>
              <a:rPr lang="en" sz="1600" b="0"/>
              <a:t>First is the </a:t>
            </a:r>
            <a:r>
              <a:rPr lang="en" sz="1600"/>
              <a:t>US keyboard</a:t>
            </a:r>
            <a:r>
              <a:rPr lang="en" sz="1600" b="0"/>
              <a:t> layout that is used by default.</a:t>
            </a:r>
            <a:endParaRPr sz="1600" b="0"/>
          </a:p>
          <a:p>
            <a:pPr marL="914400" lvl="1" indent="-330200" algn="l" rtl="0">
              <a:spcBef>
                <a:spcPts val="0"/>
              </a:spcBef>
              <a:spcAft>
                <a:spcPts val="0"/>
              </a:spcAft>
              <a:buSzPts val="1600"/>
              <a:buChar char="○"/>
            </a:pPr>
            <a:r>
              <a:rPr lang="en" sz="1600" b="0"/>
              <a:t>Second is the </a:t>
            </a:r>
            <a:r>
              <a:rPr lang="en" sz="1600"/>
              <a:t>keyboard layout</a:t>
            </a:r>
            <a:r>
              <a:rPr lang="en" sz="1600" b="0"/>
              <a:t> changing option.</a:t>
            </a: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a:p>
            <a:pPr marL="0" lvl="0" indent="0" algn="l" rtl="0">
              <a:spcBef>
                <a:spcPts val="0"/>
              </a:spcBef>
              <a:spcAft>
                <a:spcPts val="0"/>
              </a:spcAft>
              <a:buNone/>
            </a:pPr>
            <a:endParaRPr sz="1600" b="0"/>
          </a:p>
        </p:txBody>
      </p:sp>
      <p:pic>
        <p:nvPicPr>
          <p:cNvPr id="396" name="Google Shape;396;p49"/>
          <p:cNvPicPr preferRelativeResize="0"/>
          <p:nvPr/>
        </p:nvPicPr>
        <p:blipFill rotWithShape="1">
          <a:blip r:embed="rId3">
            <a:alphaModFix/>
          </a:blip>
          <a:srcRect l="18640" t="-6611" r="20679" b="17982"/>
          <a:stretch/>
        </p:blipFill>
        <p:spPr>
          <a:xfrm>
            <a:off x="2448375" y="2492400"/>
            <a:ext cx="4109125" cy="1654675"/>
          </a:xfrm>
          <a:prstGeom prst="rect">
            <a:avLst/>
          </a:prstGeom>
          <a:noFill/>
          <a:ln>
            <a:noFill/>
          </a:ln>
        </p:spPr>
      </p:pic>
      <p:sp>
        <p:nvSpPr>
          <p:cNvPr id="2" name="TextBox 1">
            <a:extLst>
              <a:ext uri="{FF2B5EF4-FFF2-40B4-BE49-F238E27FC236}">
                <a16:creationId xmlns:a16="http://schemas.microsoft.com/office/drawing/2014/main" id="{EBB3FF36-A1D9-91C5-77D6-D638FCAD7017}"/>
              </a:ext>
            </a:extLst>
          </p:cNvPr>
          <p:cNvSpPr txBox="1"/>
          <p:nvPr/>
        </p:nvSpPr>
        <p:spPr>
          <a:xfrm>
            <a:off x="8337941" y="4762681"/>
            <a:ext cx="706385" cy="307777"/>
          </a:xfrm>
          <a:prstGeom prst="rect">
            <a:avLst/>
          </a:prstGeom>
          <a:noFill/>
        </p:spPr>
        <p:txBody>
          <a:bodyPr wrap="square" rtlCol="0">
            <a:spAutoFit/>
          </a:bodyPr>
          <a:lstStyle/>
          <a:p>
            <a:r>
              <a:rPr lang="en-US" b="1" dirty="0"/>
              <a:t>17</a:t>
            </a:r>
            <a:endParaRPr lang="en-GB"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0"/>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02" name="Google Shape;402;p50"/>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Step 7: </a:t>
            </a:r>
            <a:r>
              <a:rPr lang="en" sz="1600" b="0"/>
              <a:t>The start screen then shows up, giving you the choice to launch Clonezilla or dive right in and start interacting with the shell. In order to continue, we choose the option Start Clonezilla and hit Enter.</a:t>
            </a:r>
            <a:endParaRPr sz="1600" b="0"/>
          </a:p>
        </p:txBody>
      </p:sp>
      <p:pic>
        <p:nvPicPr>
          <p:cNvPr id="403" name="Google Shape;403;p50"/>
          <p:cNvPicPr preferRelativeResize="0"/>
          <p:nvPr/>
        </p:nvPicPr>
        <p:blipFill rotWithShape="1">
          <a:blip r:embed="rId3">
            <a:alphaModFix/>
          </a:blip>
          <a:srcRect l="18562" t="8481" r="20476" b="12398"/>
          <a:stretch/>
        </p:blipFill>
        <p:spPr>
          <a:xfrm>
            <a:off x="2457875" y="2400950"/>
            <a:ext cx="4099626" cy="1537350"/>
          </a:xfrm>
          <a:prstGeom prst="rect">
            <a:avLst/>
          </a:prstGeom>
          <a:noFill/>
          <a:ln>
            <a:noFill/>
          </a:ln>
        </p:spPr>
      </p:pic>
      <p:sp>
        <p:nvSpPr>
          <p:cNvPr id="2" name="TextBox 1">
            <a:extLst>
              <a:ext uri="{FF2B5EF4-FFF2-40B4-BE49-F238E27FC236}">
                <a16:creationId xmlns:a16="http://schemas.microsoft.com/office/drawing/2014/main" id="{3A292136-BCFE-A66F-7097-07B73BA3C004}"/>
              </a:ext>
            </a:extLst>
          </p:cNvPr>
          <p:cNvSpPr txBox="1"/>
          <p:nvPr/>
        </p:nvSpPr>
        <p:spPr>
          <a:xfrm>
            <a:off x="8337941" y="4762681"/>
            <a:ext cx="706385" cy="307777"/>
          </a:xfrm>
          <a:prstGeom prst="rect">
            <a:avLst/>
          </a:prstGeom>
          <a:noFill/>
        </p:spPr>
        <p:txBody>
          <a:bodyPr wrap="square" rtlCol="0">
            <a:spAutoFit/>
          </a:bodyPr>
          <a:lstStyle/>
          <a:p>
            <a:r>
              <a:rPr lang="en-US" b="1" dirty="0"/>
              <a:t>18</a:t>
            </a:r>
            <a:endParaRPr lang="en-GB"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51"/>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09" name="Google Shape;409;p51"/>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Step 8: </a:t>
            </a:r>
            <a:r>
              <a:rPr lang="en" sz="1600" b="0"/>
              <a:t>Selecting the device-image alternative and pressing Enter will allow us to clone a local encrypted disk image. The resulting image of the cloned hard disk will be saved on a network space for this example.</a:t>
            </a:r>
            <a:endParaRPr sz="1600" b="0"/>
          </a:p>
        </p:txBody>
      </p:sp>
      <p:pic>
        <p:nvPicPr>
          <p:cNvPr id="410" name="Google Shape;410;p51"/>
          <p:cNvPicPr preferRelativeResize="0"/>
          <p:nvPr/>
        </p:nvPicPr>
        <p:blipFill rotWithShape="1">
          <a:blip r:embed="rId3">
            <a:alphaModFix/>
          </a:blip>
          <a:srcRect t="6678" b="6928"/>
          <a:stretch/>
        </p:blipFill>
        <p:spPr>
          <a:xfrm>
            <a:off x="1566125" y="2223050"/>
            <a:ext cx="5848907" cy="2275050"/>
          </a:xfrm>
          <a:prstGeom prst="rect">
            <a:avLst/>
          </a:prstGeom>
          <a:noFill/>
          <a:ln>
            <a:noFill/>
          </a:ln>
        </p:spPr>
      </p:pic>
      <p:sp>
        <p:nvSpPr>
          <p:cNvPr id="2" name="TextBox 1">
            <a:extLst>
              <a:ext uri="{FF2B5EF4-FFF2-40B4-BE49-F238E27FC236}">
                <a16:creationId xmlns:a16="http://schemas.microsoft.com/office/drawing/2014/main" id="{FE297273-D757-AFC7-9DBA-A29982FB9971}"/>
              </a:ext>
            </a:extLst>
          </p:cNvPr>
          <p:cNvSpPr txBox="1"/>
          <p:nvPr/>
        </p:nvSpPr>
        <p:spPr>
          <a:xfrm>
            <a:off x="8337941" y="4762681"/>
            <a:ext cx="706385" cy="307777"/>
          </a:xfrm>
          <a:prstGeom prst="rect">
            <a:avLst/>
          </a:prstGeom>
          <a:noFill/>
        </p:spPr>
        <p:txBody>
          <a:bodyPr wrap="square" rtlCol="0">
            <a:spAutoFit/>
          </a:bodyPr>
          <a:lstStyle/>
          <a:p>
            <a:r>
              <a:rPr lang="en-US" b="1" dirty="0"/>
              <a:t>19</a:t>
            </a:r>
            <a:endParaRPr lang="en-GB"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2"/>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16" name="Google Shape;416;p52"/>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Step 9: </a:t>
            </a:r>
            <a:r>
              <a:rPr lang="en" sz="1600" b="0"/>
              <a:t>The cloned image will be saved on the network shared directory using the CIFS/SMB protocols. To store the cloned picture, you are also free to utilize other widely used network protocols.</a:t>
            </a:r>
            <a:endParaRPr sz="1600" b="0"/>
          </a:p>
          <a:p>
            <a:pPr marL="914400" lvl="0" indent="-330200" algn="l" rtl="0">
              <a:spcBef>
                <a:spcPts val="0"/>
              </a:spcBef>
              <a:spcAft>
                <a:spcPts val="0"/>
              </a:spcAft>
              <a:buSzPts val="1600"/>
              <a:buChar char="●"/>
            </a:pPr>
            <a:r>
              <a:rPr lang="en" sz="1600" b="0"/>
              <a:t>We will choose </a:t>
            </a:r>
            <a:r>
              <a:rPr lang="en" sz="1600"/>
              <a:t>samba_server</a:t>
            </a:r>
            <a:r>
              <a:rPr lang="en" sz="1600" b="0"/>
              <a:t> from this interface and press the Enter key to proceed.</a:t>
            </a:r>
            <a:endParaRPr sz="1600" b="0"/>
          </a:p>
        </p:txBody>
      </p:sp>
      <p:pic>
        <p:nvPicPr>
          <p:cNvPr id="417" name="Google Shape;417;p52"/>
          <p:cNvPicPr preferRelativeResize="0"/>
          <p:nvPr/>
        </p:nvPicPr>
        <p:blipFill rotWithShape="1">
          <a:blip r:embed="rId3">
            <a:alphaModFix/>
          </a:blip>
          <a:srcRect t="5645" b="13363"/>
          <a:stretch/>
        </p:blipFill>
        <p:spPr>
          <a:xfrm>
            <a:off x="1717650" y="2818475"/>
            <a:ext cx="5399726" cy="1954925"/>
          </a:xfrm>
          <a:prstGeom prst="rect">
            <a:avLst/>
          </a:prstGeom>
          <a:noFill/>
          <a:ln>
            <a:noFill/>
          </a:ln>
        </p:spPr>
      </p:pic>
      <p:sp>
        <p:nvSpPr>
          <p:cNvPr id="2" name="TextBox 1">
            <a:extLst>
              <a:ext uri="{FF2B5EF4-FFF2-40B4-BE49-F238E27FC236}">
                <a16:creationId xmlns:a16="http://schemas.microsoft.com/office/drawing/2014/main" id="{46EA8F7F-9002-E3C5-C3AA-4DCAE151D6F4}"/>
              </a:ext>
            </a:extLst>
          </p:cNvPr>
          <p:cNvSpPr txBox="1"/>
          <p:nvPr/>
        </p:nvSpPr>
        <p:spPr>
          <a:xfrm>
            <a:off x="8337941" y="4762681"/>
            <a:ext cx="706385" cy="307777"/>
          </a:xfrm>
          <a:prstGeom prst="rect">
            <a:avLst/>
          </a:prstGeom>
          <a:noFill/>
        </p:spPr>
        <p:txBody>
          <a:bodyPr wrap="square" rtlCol="0">
            <a:spAutoFit/>
          </a:bodyPr>
          <a:lstStyle/>
          <a:p>
            <a:r>
              <a:rPr lang="en-US" b="1" dirty="0"/>
              <a:t>20</a:t>
            </a:r>
            <a:endParaRPr lang="en-GB"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53"/>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23" name="Google Shape;423;p53"/>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10: </a:t>
            </a:r>
            <a:r>
              <a:rPr lang="en" sz="1600" b="0"/>
              <a:t>When configuring the network interface,Select the DHCP network's physically linked interface.</a:t>
            </a:r>
            <a:endParaRPr sz="1600" b="0"/>
          </a:p>
        </p:txBody>
      </p:sp>
      <p:pic>
        <p:nvPicPr>
          <p:cNvPr id="424" name="Google Shape;424;p53"/>
          <p:cNvPicPr preferRelativeResize="0"/>
          <p:nvPr/>
        </p:nvPicPr>
        <p:blipFill rotWithShape="1">
          <a:blip r:embed="rId3">
            <a:alphaModFix/>
          </a:blip>
          <a:srcRect l="15348" t="7549" r="13760" b="19297"/>
          <a:stretch/>
        </p:blipFill>
        <p:spPr>
          <a:xfrm>
            <a:off x="2192150" y="2211125"/>
            <a:ext cx="4868300" cy="1546850"/>
          </a:xfrm>
          <a:prstGeom prst="rect">
            <a:avLst/>
          </a:prstGeom>
          <a:noFill/>
          <a:ln>
            <a:noFill/>
          </a:ln>
        </p:spPr>
      </p:pic>
      <p:sp>
        <p:nvSpPr>
          <p:cNvPr id="2" name="TextBox 1">
            <a:extLst>
              <a:ext uri="{FF2B5EF4-FFF2-40B4-BE49-F238E27FC236}">
                <a16:creationId xmlns:a16="http://schemas.microsoft.com/office/drawing/2014/main" id="{70318032-64DD-ECF6-12D5-3A07FE45F3A5}"/>
              </a:ext>
            </a:extLst>
          </p:cNvPr>
          <p:cNvSpPr txBox="1"/>
          <p:nvPr/>
        </p:nvSpPr>
        <p:spPr>
          <a:xfrm>
            <a:off x="8337941" y="4762681"/>
            <a:ext cx="706385" cy="307777"/>
          </a:xfrm>
          <a:prstGeom prst="rect">
            <a:avLst/>
          </a:prstGeom>
          <a:noFill/>
        </p:spPr>
        <p:txBody>
          <a:bodyPr wrap="square" rtlCol="0">
            <a:spAutoFit/>
          </a:bodyPr>
          <a:lstStyle/>
          <a:p>
            <a:r>
              <a:rPr lang="en-US" b="1" dirty="0"/>
              <a:t>21</a:t>
            </a:r>
            <a:endParaRPr lang="en-GB"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4"/>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30" name="Google Shape;430;p54"/>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11: </a:t>
            </a:r>
            <a:r>
              <a:rPr lang="en" sz="1600" b="0"/>
              <a:t>At this point, the Samba server's IP address is added. </a:t>
            </a:r>
            <a:endParaRPr sz="1600" b="0"/>
          </a:p>
          <a:p>
            <a:pPr marL="457200" lvl="0" indent="0" algn="l" rtl="0">
              <a:spcBef>
                <a:spcPts val="0"/>
              </a:spcBef>
              <a:spcAft>
                <a:spcPts val="0"/>
              </a:spcAft>
              <a:buNone/>
            </a:pPr>
            <a:r>
              <a:rPr lang="en" sz="1600" b="0"/>
              <a:t>Next, press Enter to move on to the next screen.</a:t>
            </a:r>
            <a:endParaRPr sz="1600" b="0"/>
          </a:p>
        </p:txBody>
      </p:sp>
      <p:pic>
        <p:nvPicPr>
          <p:cNvPr id="431" name="Google Shape;431;p54"/>
          <p:cNvPicPr preferRelativeResize="0"/>
          <p:nvPr/>
        </p:nvPicPr>
        <p:blipFill rotWithShape="1">
          <a:blip r:embed="rId3">
            <a:alphaModFix/>
          </a:blip>
          <a:srcRect l="6867" t="6411" r="9387" b="20734"/>
          <a:stretch/>
        </p:blipFill>
        <p:spPr>
          <a:xfrm>
            <a:off x="1319100" y="2476850"/>
            <a:ext cx="5750850" cy="1110325"/>
          </a:xfrm>
          <a:prstGeom prst="rect">
            <a:avLst/>
          </a:prstGeom>
          <a:noFill/>
          <a:ln>
            <a:noFill/>
          </a:ln>
        </p:spPr>
      </p:pic>
      <p:sp>
        <p:nvSpPr>
          <p:cNvPr id="2" name="TextBox 1">
            <a:extLst>
              <a:ext uri="{FF2B5EF4-FFF2-40B4-BE49-F238E27FC236}">
                <a16:creationId xmlns:a16="http://schemas.microsoft.com/office/drawing/2014/main" id="{A851637F-4CF3-87AC-3C3D-885043828BF3}"/>
              </a:ext>
            </a:extLst>
          </p:cNvPr>
          <p:cNvSpPr txBox="1"/>
          <p:nvPr/>
        </p:nvSpPr>
        <p:spPr>
          <a:xfrm>
            <a:off x="8337941" y="4762681"/>
            <a:ext cx="706385" cy="307777"/>
          </a:xfrm>
          <a:prstGeom prst="rect">
            <a:avLst/>
          </a:prstGeom>
          <a:noFill/>
        </p:spPr>
        <p:txBody>
          <a:bodyPr wrap="square" rtlCol="0">
            <a:spAutoFit/>
          </a:bodyPr>
          <a:lstStyle/>
          <a:p>
            <a:r>
              <a:rPr lang="en-US" b="1" dirty="0"/>
              <a:t>22</a:t>
            </a:r>
            <a:endParaRPr lang="en-GB"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55"/>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37" name="Google Shape;437;p55"/>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1600"/>
              <a:t>Step 12:</a:t>
            </a:r>
            <a:r>
              <a:rPr lang="en" sz="1600" b="0"/>
              <a:t> Leave the </a:t>
            </a:r>
            <a:r>
              <a:rPr lang="en" sz="1600"/>
              <a:t>domain box empty</a:t>
            </a:r>
            <a:r>
              <a:rPr lang="en" sz="1600" b="0"/>
              <a:t> if there isn't a recognized domain established on your Samba server. However, if it has, please note so in the designated space as shown in the image below. Next, click "</a:t>
            </a:r>
            <a:r>
              <a:rPr lang="en" sz="1600"/>
              <a:t>enter" to continue.</a:t>
            </a:r>
            <a:endParaRPr sz="1600"/>
          </a:p>
        </p:txBody>
      </p:sp>
      <p:pic>
        <p:nvPicPr>
          <p:cNvPr id="438" name="Google Shape;438;p55"/>
          <p:cNvPicPr preferRelativeResize="0"/>
          <p:nvPr/>
        </p:nvPicPr>
        <p:blipFill rotWithShape="1">
          <a:blip r:embed="rId3">
            <a:alphaModFix/>
          </a:blip>
          <a:srcRect l="6867" t="6411" r="9387" b="20734"/>
          <a:stretch/>
        </p:blipFill>
        <p:spPr>
          <a:xfrm>
            <a:off x="1319100" y="2476850"/>
            <a:ext cx="5750850" cy="1110325"/>
          </a:xfrm>
          <a:prstGeom prst="rect">
            <a:avLst/>
          </a:prstGeom>
          <a:noFill/>
          <a:ln>
            <a:noFill/>
          </a:ln>
        </p:spPr>
      </p:pic>
      <p:sp>
        <p:nvSpPr>
          <p:cNvPr id="2" name="TextBox 1">
            <a:extLst>
              <a:ext uri="{FF2B5EF4-FFF2-40B4-BE49-F238E27FC236}">
                <a16:creationId xmlns:a16="http://schemas.microsoft.com/office/drawing/2014/main" id="{5AA1F14D-64D8-BB56-90A5-F54313218183}"/>
              </a:ext>
            </a:extLst>
          </p:cNvPr>
          <p:cNvSpPr txBox="1"/>
          <p:nvPr/>
        </p:nvSpPr>
        <p:spPr>
          <a:xfrm>
            <a:off x="8337941" y="4762681"/>
            <a:ext cx="706385" cy="307777"/>
          </a:xfrm>
          <a:prstGeom prst="rect">
            <a:avLst/>
          </a:prstGeom>
          <a:noFill/>
        </p:spPr>
        <p:txBody>
          <a:bodyPr wrap="square" rtlCol="0">
            <a:spAutoFit/>
          </a:bodyPr>
          <a:lstStyle/>
          <a:p>
            <a:r>
              <a:rPr lang="en-US" b="1" dirty="0"/>
              <a:t>23</a:t>
            </a:r>
            <a:endParaRPr lang="en-GB"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56"/>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44" name="Google Shape;444;p56"/>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1600"/>
              <a:t>Step 13: </a:t>
            </a:r>
            <a:r>
              <a:rPr lang="en" sz="1600" b="0"/>
              <a:t>Add a Samba server account name.</a:t>
            </a:r>
            <a:endParaRPr sz="1600" b="0"/>
          </a:p>
          <a:p>
            <a:pPr marL="457200" lvl="0" indent="0" algn="l" rtl="0">
              <a:spcBef>
                <a:spcPts val="0"/>
              </a:spcBef>
              <a:spcAft>
                <a:spcPts val="0"/>
              </a:spcAft>
              <a:buNone/>
            </a:pPr>
            <a:endParaRPr sz="1600"/>
          </a:p>
        </p:txBody>
      </p:sp>
      <p:pic>
        <p:nvPicPr>
          <p:cNvPr id="445" name="Google Shape;445;p56"/>
          <p:cNvPicPr preferRelativeResize="0"/>
          <p:nvPr/>
        </p:nvPicPr>
        <p:blipFill>
          <a:blip r:embed="rId3">
            <a:alphaModFix/>
          </a:blip>
          <a:stretch>
            <a:fillRect/>
          </a:stretch>
        </p:blipFill>
        <p:spPr>
          <a:xfrm>
            <a:off x="1571625" y="2222513"/>
            <a:ext cx="6000750" cy="1552575"/>
          </a:xfrm>
          <a:prstGeom prst="rect">
            <a:avLst/>
          </a:prstGeom>
          <a:noFill/>
          <a:ln>
            <a:noFill/>
          </a:ln>
        </p:spPr>
      </p:pic>
      <p:sp>
        <p:nvSpPr>
          <p:cNvPr id="2" name="TextBox 1">
            <a:extLst>
              <a:ext uri="{FF2B5EF4-FFF2-40B4-BE49-F238E27FC236}">
                <a16:creationId xmlns:a16="http://schemas.microsoft.com/office/drawing/2014/main" id="{BB837AEE-66C2-09DC-1FAD-40836E0BE5B2}"/>
              </a:ext>
            </a:extLst>
          </p:cNvPr>
          <p:cNvSpPr txBox="1"/>
          <p:nvPr/>
        </p:nvSpPr>
        <p:spPr>
          <a:xfrm>
            <a:off x="8337941" y="4762681"/>
            <a:ext cx="706385" cy="307777"/>
          </a:xfrm>
          <a:prstGeom prst="rect">
            <a:avLst/>
          </a:prstGeom>
          <a:noFill/>
        </p:spPr>
        <p:txBody>
          <a:bodyPr wrap="square" rtlCol="0">
            <a:spAutoFit/>
          </a:bodyPr>
          <a:lstStyle/>
          <a:p>
            <a:r>
              <a:rPr lang="en-US" b="1" dirty="0"/>
              <a:t>24</a:t>
            </a:r>
            <a:endParaRPr lang="en-GB"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7"/>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51" name="Google Shape;451;p57"/>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1600"/>
              <a:t>Step 14: </a:t>
            </a:r>
            <a:r>
              <a:rPr lang="en" sz="1600" b="0"/>
              <a:t>Give the </a:t>
            </a:r>
            <a:r>
              <a:rPr lang="en" sz="1600"/>
              <a:t>directory's absolute path</a:t>
            </a:r>
            <a:r>
              <a:rPr lang="en" sz="1600" b="0"/>
              <a:t> from the Samba server.</a:t>
            </a:r>
            <a:endParaRPr sz="1600" b="0"/>
          </a:p>
          <a:p>
            <a:pPr marL="457200" lvl="0" indent="0" algn="l" rtl="0">
              <a:spcBef>
                <a:spcPts val="0"/>
              </a:spcBef>
              <a:spcAft>
                <a:spcPts val="0"/>
              </a:spcAft>
              <a:buNone/>
            </a:pPr>
            <a:endParaRPr sz="1600"/>
          </a:p>
        </p:txBody>
      </p:sp>
      <p:pic>
        <p:nvPicPr>
          <p:cNvPr id="452" name="Google Shape;452;p57"/>
          <p:cNvPicPr preferRelativeResize="0"/>
          <p:nvPr/>
        </p:nvPicPr>
        <p:blipFill>
          <a:blip r:embed="rId3">
            <a:alphaModFix/>
          </a:blip>
          <a:stretch>
            <a:fillRect/>
          </a:stretch>
        </p:blipFill>
        <p:spPr>
          <a:xfrm>
            <a:off x="1253138" y="2151425"/>
            <a:ext cx="6315075" cy="1504950"/>
          </a:xfrm>
          <a:prstGeom prst="rect">
            <a:avLst/>
          </a:prstGeom>
          <a:noFill/>
          <a:ln>
            <a:noFill/>
          </a:ln>
        </p:spPr>
      </p:pic>
      <p:sp>
        <p:nvSpPr>
          <p:cNvPr id="2" name="TextBox 1">
            <a:extLst>
              <a:ext uri="{FF2B5EF4-FFF2-40B4-BE49-F238E27FC236}">
                <a16:creationId xmlns:a16="http://schemas.microsoft.com/office/drawing/2014/main" id="{697B48DE-B928-CBB0-B2CE-3256180A274A}"/>
              </a:ext>
            </a:extLst>
          </p:cNvPr>
          <p:cNvSpPr txBox="1"/>
          <p:nvPr/>
        </p:nvSpPr>
        <p:spPr>
          <a:xfrm>
            <a:off x="8337941" y="4762681"/>
            <a:ext cx="706385" cy="307777"/>
          </a:xfrm>
          <a:prstGeom prst="rect">
            <a:avLst/>
          </a:prstGeom>
          <a:noFill/>
        </p:spPr>
        <p:txBody>
          <a:bodyPr wrap="square" rtlCol="0">
            <a:spAutoFit/>
          </a:bodyPr>
          <a:lstStyle/>
          <a:p>
            <a:r>
              <a:rPr lang="en-US" b="1" dirty="0"/>
              <a:t>25</a:t>
            </a:r>
            <a:endParaRPr lang="en-GB"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8"/>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58" name="Google Shape;458;p58"/>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15: </a:t>
            </a:r>
            <a:r>
              <a:rPr lang="en" sz="1600" b="0"/>
              <a:t>Choose the updated Samba protocol version. </a:t>
            </a:r>
            <a:endParaRPr sz="1600" b="0"/>
          </a:p>
          <a:p>
            <a:pPr marL="457200" lvl="0" indent="-330200" algn="l" rtl="0">
              <a:spcBef>
                <a:spcPts val="0"/>
              </a:spcBef>
              <a:spcAft>
                <a:spcPts val="0"/>
              </a:spcAft>
              <a:buSzPts val="1600"/>
              <a:buChar char="●"/>
            </a:pPr>
            <a:r>
              <a:rPr lang="en" sz="1600" b="0"/>
              <a:t>And hit "enter" to go on to the next prompt. </a:t>
            </a:r>
            <a:endParaRPr sz="1600" b="0"/>
          </a:p>
          <a:p>
            <a:pPr marL="457200" lvl="0" indent="-330200" algn="l" rtl="0">
              <a:spcBef>
                <a:spcPts val="0"/>
              </a:spcBef>
              <a:spcAft>
                <a:spcPts val="0"/>
              </a:spcAft>
              <a:buSzPts val="1600"/>
              <a:buChar char="●"/>
            </a:pPr>
            <a:r>
              <a:rPr lang="en" sz="1600" b="0"/>
              <a:t>Use protocol version 1.0 if the shared network location is hosted by an outdated SMB server.</a:t>
            </a:r>
            <a:endParaRPr sz="1600" b="0"/>
          </a:p>
        </p:txBody>
      </p:sp>
      <p:pic>
        <p:nvPicPr>
          <p:cNvPr id="459" name="Google Shape;459;p58"/>
          <p:cNvPicPr preferRelativeResize="0"/>
          <p:nvPr/>
        </p:nvPicPr>
        <p:blipFill rotWithShape="1">
          <a:blip r:embed="rId3">
            <a:alphaModFix/>
          </a:blip>
          <a:srcRect l="14538" r="16362"/>
          <a:stretch/>
        </p:blipFill>
        <p:spPr>
          <a:xfrm>
            <a:off x="2093350" y="2388700"/>
            <a:ext cx="4957299" cy="1967150"/>
          </a:xfrm>
          <a:prstGeom prst="rect">
            <a:avLst/>
          </a:prstGeom>
          <a:noFill/>
          <a:ln>
            <a:noFill/>
          </a:ln>
        </p:spPr>
      </p:pic>
      <p:sp>
        <p:nvSpPr>
          <p:cNvPr id="2" name="TextBox 1">
            <a:extLst>
              <a:ext uri="{FF2B5EF4-FFF2-40B4-BE49-F238E27FC236}">
                <a16:creationId xmlns:a16="http://schemas.microsoft.com/office/drawing/2014/main" id="{B420C0FE-A8B3-CBC5-9616-CD3BE5B8CA9E}"/>
              </a:ext>
            </a:extLst>
          </p:cNvPr>
          <p:cNvSpPr txBox="1"/>
          <p:nvPr/>
        </p:nvSpPr>
        <p:spPr>
          <a:xfrm>
            <a:off x="8337941" y="4762681"/>
            <a:ext cx="706385" cy="307777"/>
          </a:xfrm>
          <a:prstGeom prst="rect">
            <a:avLst/>
          </a:prstGeom>
          <a:noFill/>
        </p:spPr>
        <p:txBody>
          <a:bodyPr wrap="square" rtlCol="0">
            <a:spAutoFit/>
          </a:bodyPr>
          <a:lstStyle/>
          <a:p>
            <a:r>
              <a:rPr lang="en-US" b="1" dirty="0"/>
              <a:t>26</a:t>
            </a:r>
            <a:endParaRPr lang="en-GB"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59"/>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65" name="Google Shape;465;p59"/>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17: </a:t>
            </a:r>
            <a:r>
              <a:rPr lang="en" sz="1600" b="0"/>
              <a:t>At this point, your </a:t>
            </a:r>
            <a:r>
              <a:rPr lang="en" sz="1600"/>
              <a:t>Samba account has to have a password added</a:t>
            </a:r>
            <a:r>
              <a:rPr lang="en" sz="1600" b="0"/>
              <a:t>. This comes before mounting the share and moving forward by hitting the "enter" key.</a:t>
            </a:r>
            <a:endParaRPr sz="1600" b="0"/>
          </a:p>
        </p:txBody>
      </p:sp>
      <p:pic>
        <p:nvPicPr>
          <p:cNvPr id="466" name="Google Shape;466;p59"/>
          <p:cNvPicPr preferRelativeResize="0"/>
          <p:nvPr/>
        </p:nvPicPr>
        <p:blipFill>
          <a:blip r:embed="rId3">
            <a:alphaModFix/>
          </a:blip>
          <a:stretch>
            <a:fillRect/>
          </a:stretch>
        </p:blipFill>
        <p:spPr>
          <a:xfrm>
            <a:off x="1728375" y="2101823"/>
            <a:ext cx="4792772" cy="2986800"/>
          </a:xfrm>
          <a:prstGeom prst="rect">
            <a:avLst/>
          </a:prstGeom>
          <a:noFill/>
          <a:ln>
            <a:noFill/>
          </a:ln>
        </p:spPr>
      </p:pic>
      <p:sp>
        <p:nvSpPr>
          <p:cNvPr id="2" name="TextBox 1">
            <a:extLst>
              <a:ext uri="{FF2B5EF4-FFF2-40B4-BE49-F238E27FC236}">
                <a16:creationId xmlns:a16="http://schemas.microsoft.com/office/drawing/2014/main" id="{0B4ADD29-4AB6-CD67-D9C3-3B1049EFB283}"/>
              </a:ext>
            </a:extLst>
          </p:cNvPr>
          <p:cNvSpPr txBox="1"/>
          <p:nvPr/>
        </p:nvSpPr>
        <p:spPr>
          <a:xfrm>
            <a:off x="8337941" y="4762681"/>
            <a:ext cx="706385" cy="307777"/>
          </a:xfrm>
          <a:prstGeom prst="rect">
            <a:avLst/>
          </a:prstGeom>
          <a:noFill/>
        </p:spPr>
        <p:txBody>
          <a:bodyPr wrap="square" rtlCol="0">
            <a:spAutoFit/>
          </a:bodyPr>
          <a:lstStyle/>
          <a:p>
            <a:r>
              <a:rPr lang="en-US" b="1" dirty="0"/>
              <a:t>27</a:t>
            </a:r>
            <a:endParaRPr lang="en-GB"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60"/>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72" name="Google Shape;472;p60"/>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18: </a:t>
            </a:r>
            <a:r>
              <a:rPr lang="en" sz="1600" b="0"/>
              <a:t>The user is given the option to choose the wizard's operating mode in the subsequent interface. You can choose between basic and expert options.</a:t>
            </a:r>
            <a:endParaRPr sz="1600" b="0"/>
          </a:p>
        </p:txBody>
      </p:sp>
      <p:pic>
        <p:nvPicPr>
          <p:cNvPr id="473" name="Google Shape;473;p60"/>
          <p:cNvPicPr preferRelativeResize="0"/>
          <p:nvPr/>
        </p:nvPicPr>
        <p:blipFill>
          <a:blip r:embed="rId3">
            <a:alphaModFix/>
          </a:blip>
          <a:stretch>
            <a:fillRect/>
          </a:stretch>
        </p:blipFill>
        <p:spPr>
          <a:xfrm>
            <a:off x="0" y="2142000"/>
            <a:ext cx="8990600" cy="2346700"/>
          </a:xfrm>
          <a:prstGeom prst="rect">
            <a:avLst/>
          </a:prstGeom>
          <a:noFill/>
          <a:ln>
            <a:noFill/>
          </a:ln>
        </p:spPr>
      </p:pic>
      <p:sp>
        <p:nvSpPr>
          <p:cNvPr id="2" name="TextBox 1">
            <a:extLst>
              <a:ext uri="{FF2B5EF4-FFF2-40B4-BE49-F238E27FC236}">
                <a16:creationId xmlns:a16="http://schemas.microsoft.com/office/drawing/2014/main" id="{3171B8C7-F1A0-AA3F-F4CB-407311468D01}"/>
              </a:ext>
            </a:extLst>
          </p:cNvPr>
          <p:cNvSpPr txBox="1"/>
          <p:nvPr/>
        </p:nvSpPr>
        <p:spPr>
          <a:xfrm>
            <a:off x="8337941" y="4762681"/>
            <a:ext cx="706385" cy="307777"/>
          </a:xfrm>
          <a:prstGeom prst="rect">
            <a:avLst/>
          </a:prstGeom>
          <a:noFill/>
        </p:spPr>
        <p:txBody>
          <a:bodyPr wrap="square" rtlCol="0">
            <a:spAutoFit/>
          </a:bodyPr>
          <a:lstStyle/>
          <a:p>
            <a:r>
              <a:rPr lang="en-US" b="1" dirty="0"/>
              <a:t>28</a:t>
            </a:r>
            <a:endParaRPr lang="en-GB"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1"/>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79" name="Google Shape;479;p61"/>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19: </a:t>
            </a:r>
            <a:r>
              <a:rPr lang="en" sz="1600" b="0"/>
              <a:t>To image the locally attached IDE/SCI/SATA drive</a:t>
            </a:r>
            <a:r>
              <a:rPr lang="en" sz="1600"/>
              <a:t>, select the savedisk choice.</a:t>
            </a:r>
            <a:endParaRPr sz="1600"/>
          </a:p>
        </p:txBody>
      </p:sp>
      <p:pic>
        <p:nvPicPr>
          <p:cNvPr id="480" name="Google Shape;480;p61"/>
          <p:cNvPicPr preferRelativeResize="0"/>
          <p:nvPr/>
        </p:nvPicPr>
        <p:blipFill>
          <a:blip r:embed="rId3">
            <a:alphaModFix/>
          </a:blip>
          <a:stretch>
            <a:fillRect/>
          </a:stretch>
        </p:blipFill>
        <p:spPr>
          <a:xfrm>
            <a:off x="1314075" y="1915925"/>
            <a:ext cx="6202002" cy="2986800"/>
          </a:xfrm>
          <a:prstGeom prst="rect">
            <a:avLst/>
          </a:prstGeom>
          <a:noFill/>
          <a:ln>
            <a:noFill/>
          </a:ln>
        </p:spPr>
      </p:pic>
      <p:sp>
        <p:nvSpPr>
          <p:cNvPr id="2" name="TextBox 1">
            <a:extLst>
              <a:ext uri="{FF2B5EF4-FFF2-40B4-BE49-F238E27FC236}">
                <a16:creationId xmlns:a16="http://schemas.microsoft.com/office/drawing/2014/main" id="{4614CB29-8AE1-47A8-6155-E64866FA9910}"/>
              </a:ext>
            </a:extLst>
          </p:cNvPr>
          <p:cNvSpPr txBox="1"/>
          <p:nvPr/>
        </p:nvSpPr>
        <p:spPr>
          <a:xfrm>
            <a:off x="8337941" y="4762681"/>
            <a:ext cx="706385" cy="307777"/>
          </a:xfrm>
          <a:prstGeom prst="rect">
            <a:avLst/>
          </a:prstGeom>
          <a:noFill/>
        </p:spPr>
        <p:txBody>
          <a:bodyPr wrap="square" rtlCol="0">
            <a:spAutoFit/>
          </a:bodyPr>
          <a:lstStyle/>
          <a:p>
            <a:r>
              <a:rPr lang="en-US" b="1" dirty="0"/>
              <a:t>29</a:t>
            </a:r>
            <a:endParaRPr lang="en-GB"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2"/>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86" name="Google Shape;486;p62"/>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20: </a:t>
            </a:r>
            <a:r>
              <a:rPr lang="en" sz="1600" b="0"/>
              <a:t>You may either </a:t>
            </a:r>
            <a:r>
              <a:rPr lang="en" sz="1600"/>
              <a:t>manually add a descriptive name </a:t>
            </a:r>
            <a:r>
              <a:rPr lang="en" sz="1600" b="0"/>
              <a:t>to your stored image or keep the default naming scheme that Clonezilla adds for you.</a:t>
            </a:r>
            <a:endParaRPr sz="1600" b="0"/>
          </a:p>
        </p:txBody>
      </p:sp>
      <p:pic>
        <p:nvPicPr>
          <p:cNvPr id="487" name="Google Shape;487;p62"/>
          <p:cNvPicPr preferRelativeResize="0"/>
          <p:nvPr/>
        </p:nvPicPr>
        <p:blipFill>
          <a:blip r:embed="rId3">
            <a:alphaModFix/>
          </a:blip>
          <a:stretch>
            <a:fillRect/>
          </a:stretch>
        </p:blipFill>
        <p:spPr>
          <a:xfrm>
            <a:off x="1609725" y="2061025"/>
            <a:ext cx="5924550" cy="2076450"/>
          </a:xfrm>
          <a:prstGeom prst="rect">
            <a:avLst/>
          </a:prstGeom>
          <a:noFill/>
          <a:ln>
            <a:noFill/>
          </a:ln>
        </p:spPr>
      </p:pic>
      <p:sp>
        <p:nvSpPr>
          <p:cNvPr id="2" name="TextBox 1">
            <a:extLst>
              <a:ext uri="{FF2B5EF4-FFF2-40B4-BE49-F238E27FC236}">
                <a16:creationId xmlns:a16="http://schemas.microsoft.com/office/drawing/2014/main" id="{18F5B2FD-BBB3-2120-6861-1F469E0D2887}"/>
              </a:ext>
            </a:extLst>
          </p:cNvPr>
          <p:cNvSpPr txBox="1"/>
          <p:nvPr/>
        </p:nvSpPr>
        <p:spPr>
          <a:xfrm>
            <a:off x="8337941" y="4762681"/>
            <a:ext cx="706385" cy="307777"/>
          </a:xfrm>
          <a:prstGeom prst="rect">
            <a:avLst/>
          </a:prstGeom>
          <a:noFill/>
        </p:spPr>
        <p:txBody>
          <a:bodyPr wrap="square" rtlCol="0">
            <a:spAutoFit/>
          </a:bodyPr>
          <a:lstStyle/>
          <a:p>
            <a:r>
              <a:rPr lang="en-US" b="1" dirty="0"/>
              <a:t>30</a:t>
            </a:r>
            <a:endParaRPr lang="en-GB"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63"/>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493" name="Google Shape;493;p63"/>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21: </a:t>
            </a:r>
            <a:r>
              <a:rPr lang="en" sz="1600" b="0"/>
              <a:t>Select which </a:t>
            </a:r>
            <a:r>
              <a:rPr lang="en" sz="1600"/>
              <a:t>local source disk you want to copy over</a:t>
            </a:r>
            <a:r>
              <a:rPr lang="en" sz="1600" b="0"/>
              <a:t>. </a:t>
            </a:r>
            <a:endParaRPr sz="1600" b="0"/>
          </a:p>
          <a:p>
            <a:pPr marL="1371600" lvl="1" indent="-330200" algn="l" rtl="0">
              <a:spcBef>
                <a:spcPts val="0"/>
              </a:spcBef>
              <a:spcAft>
                <a:spcPts val="0"/>
              </a:spcAft>
              <a:buSzPts val="1600"/>
              <a:buChar char="○"/>
            </a:pPr>
            <a:r>
              <a:rPr lang="en" sz="1600" b="0"/>
              <a:t>It is important to pay attention to the names used </a:t>
            </a:r>
            <a:endParaRPr sz="1600" b="0"/>
          </a:p>
          <a:p>
            <a:pPr marL="1371600" lvl="0" indent="0" algn="l" rtl="0">
              <a:spcBef>
                <a:spcPts val="0"/>
              </a:spcBef>
              <a:spcAft>
                <a:spcPts val="0"/>
              </a:spcAft>
              <a:buNone/>
            </a:pPr>
            <a:r>
              <a:rPr lang="en" sz="1600" b="0"/>
              <a:t>while choosing the source disk, since they may be unfamiliar to you.</a:t>
            </a:r>
            <a:endParaRPr sz="1600" b="0"/>
          </a:p>
        </p:txBody>
      </p:sp>
      <p:pic>
        <p:nvPicPr>
          <p:cNvPr id="494" name="Google Shape;494;p63"/>
          <p:cNvPicPr preferRelativeResize="0"/>
          <p:nvPr/>
        </p:nvPicPr>
        <p:blipFill>
          <a:blip r:embed="rId3">
            <a:alphaModFix/>
          </a:blip>
          <a:stretch>
            <a:fillRect/>
          </a:stretch>
        </p:blipFill>
        <p:spPr>
          <a:xfrm>
            <a:off x="1338050" y="2341699"/>
            <a:ext cx="7110801" cy="2023050"/>
          </a:xfrm>
          <a:prstGeom prst="rect">
            <a:avLst/>
          </a:prstGeom>
          <a:noFill/>
          <a:ln>
            <a:noFill/>
          </a:ln>
        </p:spPr>
      </p:pic>
      <p:sp>
        <p:nvSpPr>
          <p:cNvPr id="2" name="TextBox 1">
            <a:extLst>
              <a:ext uri="{FF2B5EF4-FFF2-40B4-BE49-F238E27FC236}">
                <a16:creationId xmlns:a16="http://schemas.microsoft.com/office/drawing/2014/main" id="{B8224D67-0E67-55BF-0BFF-85E423FAF126}"/>
              </a:ext>
            </a:extLst>
          </p:cNvPr>
          <p:cNvSpPr txBox="1"/>
          <p:nvPr/>
        </p:nvSpPr>
        <p:spPr>
          <a:xfrm>
            <a:off x="8337941" y="4762681"/>
            <a:ext cx="706385" cy="307777"/>
          </a:xfrm>
          <a:prstGeom prst="rect">
            <a:avLst/>
          </a:prstGeom>
          <a:noFill/>
        </p:spPr>
        <p:txBody>
          <a:bodyPr wrap="square" rtlCol="0">
            <a:spAutoFit/>
          </a:bodyPr>
          <a:lstStyle/>
          <a:p>
            <a:r>
              <a:rPr lang="en-US" b="1" dirty="0"/>
              <a:t>31</a:t>
            </a:r>
            <a:endParaRPr lang="en-GB"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64"/>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500" name="Google Shape;500;p64"/>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22: </a:t>
            </a:r>
            <a:r>
              <a:rPr lang="en" sz="1600" b="0"/>
              <a:t>If you are positive that the s</a:t>
            </a:r>
            <a:r>
              <a:rPr lang="en" sz="1600"/>
              <a:t>ource file system is not corrupted</a:t>
            </a:r>
            <a:r>
              <a:rPr lang="en" sz="1600" b="0"/>
              <a:t>, choose "</a:t>
            </a:r>
            <a:r>
              <a:rPr lang="en" sz="1600" b="0" u="sng"/>
              <a:t>Skip checking/repairing source file system</a:t>
            </a:r>
            <a:r>
              <a:rPr lang="en" sz="1600" b="0"/>
              <a:t>" and hit the enter key to continue.</a:t>
            </a:r>
            <a:endParaRPr sz="1600" b="0"/>
          </a:p>
        </p:txBody>
      </p:sp>
      <p:pic>
        <p:nvPicPr>
          <p:cNvPr id="501" name="Google Shape;501;p64"/>
          <p:cNvPicPr preferRelativeResize="0"/>
          <p:nvPr/>
        </p:nvPicPr>
        <p:blipFill>
          <a:blip r:embed="rId3">
            <a:alphaModFix/>
          </a:blip>
          <a:stretch>
            <a:fillRect/>
          </a:stretch>
        </p:blipFill>
        <p:spPr>
          <a:xfrm>
            <a:off x="1002525" y="2188150"/>
            <a:ext cx="6959451" cy="2120150"/>
          </a:xfrm>
          <a:prstGeom prst="rect">
            <a:avLst/>
          </a:prstGeom>
          <a:noFill/>
          <a:ln>
            <a:noFill/>
          </a:ln>
        </p:spPr>
      </p:pic>
      <p:sp>
        <p:nvSpPr>
          <p:cNvPr id="2" name="TextBox 1">
            <a:extLst>
              <a:ext uri="{FF2B5EF4-FFF2-40B4-BE49-F238E27FC236}">
                <a16:creationId xmlns:a16="http://schemas.microsoft.com/office/drawing/2014/main" id="{F67480F8-9638-A3BE-40CF-1360BC4EED95}"/>
              </a:ext>
            </a:extLst>
          </p:cNvPr>
          <p:cNvSpPr txBox="1"/>
          <p:nvPr/>
        </p:nvSpPr>
        <p:spPr>
          <a:xfrm>
            <a:off x="8337941" y="4762681"/>
            <a:ext cx="706385" cy="307777"/>
          </a:xfrm>
          <a:prstGeom prst="rect">
            <a:avLst/>
          </a:prstGeom>
          <a:noFill/>
        </p:spPr>
        <p:txBody>
          <a:bodyPr wrap="square" rtlCol="0">
            <a:spAutoFit/>
          </a:bodyPr>
          <a:lstStyle/>
          <a:p>
            <a:r>
              <a:rPr lang="en-US" b="1" dirty="0"/>
              <a:t>32</a:t>
            </a:r>
            <a:endParaRPr lang="en-GB"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65"/>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507" name="Google Shape;507;p65"/>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23: </a:t>
            </a:r>
            <a:r>
              <a:rPr lang="en" sz="1600" b="0"/>
              <a:t>Select "</a:t>
            </a:r>
            <a:r>
              <a:rPr lang="en" sz="1600"/>
              <a:t>no</a:t>
            </a:r>
            <a:r>
              <a:rPr lang="en" sz="1600" b="0"/>
              <a:t>" on this screen. This will guarantee that there</a:t>
            </a:r>
            <a:r>
              <a:rPr lang="en" sz="1600"/>
              <a:t> will be no need to inspect the stored image.</a:t>
            </a:r>
            <a:r>
              <a:rPr lang="en" sz="1600" b="0"/>
              <a:t> Next, choose OK to proceed</a:t>
            </a:r>
            <a:endParaRPr sz="1600" b="0"/>
          </a:p>
        </p:txBody>
      </p:sp>
      <p:pic>
        <p:nvPicPr>
          <p:cNvPr id="508" name="Google Shape;508;p65"/>
          <p:cNvPicPr preferRelativeResize="0"/>
          <p:nvPr/>
        </p:nvPicPr>
        <p:blipFill>
          <a:blip r:embed="rId3">
            <a:alphaModFix/>
          </a:blip>
          <a:stretch>
            <a:fillRect/>
          </a:stretch>
        </p:blipFill>
        <p:spPr>
          <a:xfrm>
            <a:off x="448863" y="2206850"/>
            <a:ext cx="8486775" cy="2324100"/>
          </a:xfrm>
          <a:prstGeom prst="rect">
            <a:avLst/>
          </a:prstGeom>
          <a:noFill/>
          <a:ln>
            <a:noFill/>
          </a:ln>
        </p:spPr>
      </p:pic>
      <p:sp>
        <p:nvSpPr>
          <p:cNvPr id="2" name="TextBox 1">
            <a:extLst>
              <a:ext uri="{FF2B5EF4-FFF2-40B4-BE49-F238E27FC236}">
                <a16:creationId xmlns:a16="http://schemas.microsoft.com/office/drawing/2014/main" id="{FD9A8643-D3F2-A076-7E22-C062DFA2E570}"/>
              </a:ext>
            </a:extLst>
          </p:cNvPr>
          <p:cNvSpPr txBox="1"/>
          <p:nvPr/>
        </p:nvSpPr>
        <p:spPr>
          <a:xfrm>
            <a:off x="8337941" y="4762681"/>
            <a:ext cx="706385" cy="307777"/>
          </a:xfrm>
          <a:prstGeom prst="rect">
            <a:avLst/>
          </a:prstGeom>
          <a:noFill/>
        </p:spPr>
        <p:txBody>
          <a:bodyPr wrap="square" rtlCol="0">
            <a:spAutoFit/>
          </a:bodyPr>
          <a:lstStyle/>
          <a:p>
            <a:r>
              <a:rPr lang="en-US" b="1" dirty="0"/>
              <a:t>33</a:t>
            </a:r>
            <a:endParaRPr lang="en-GB"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66"/>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514" name="Google Shape;514;p66"/>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24: </a:t>
            </a:r>
            <a:r>
              <a:rPr lang="en" sz="1600" b="0" u="sng"/>
              <a:t>Select the encryption of the picture as the second option here</a:t>
            </a:r>
            <a:r>
              <a:rPr lang="en" sz="1600" b="0"/>
              <a:t>. </a:t>
            </a:r>
            <a:endParaRPr sz="1600" b="0"/>
          </a:p>
          <a:p>
            <a:pPr marL="457200" lvl="0" indent="0" algn="l" rtl="0">
              <a:spcBef>
                <a:spcPts val="0"/>
              </a:spcBef>
              <a:spcAft>
                <a:spcPts val="0"/>
              </a:spcAft>
              <a:buNone/>
            </a:pPr>
            <a:r>
              <a:rPr lang="en" sz="1600" b="0"/>
              <a:t>To proceed, choose OK and then hit "enter." Consequently, </a:t>
            </a:r>
            <a:r>
              <a:rPr lang="en" sz="1600"/>
              <a:t>the cloned image that is produced is encrypted using the eCryptfs application.</a:t>
            </a:r>
            <a:endParaRPr sz="1600"/>
          </a:p>
        </p:txBody>
      </p:sp>
      <p:pic>
        <p:nvPicPr>
          <p:cNvPr id="515" name="Google Shape;515;p66"/>
          <p:cNvPicPr preferRelativeResize="0"/>
          <p:nvPr/>
        </p:nvPicPr>
        <p:blipFill>
          <a:blip r:embed="rId3">
            <a:alphaModFix/>
          </a:blip>
          <a:stretch>
            <a:fillRect/>
          </a:stretch>
        </p:blipFill>
        <p:spPr>
          <a:xfrm>
            <a:off x="1049975" y="2252275"/>
            <a:ext cx="6703251" cy="2317725"/>
          </a:xfrm>
          <a:prstGeom prst="rect">
            <a:avLst/>
          </a:prstGeom>
          <a:noFill/>
          <a:ln>
            <a:noFill/>
          </a:ln>
        </p:spPr>
      </p:pic>
      <p:sp>
        <p:nvSpPr>
          <p:cNvPr id="2" name="TextBox 1">
            <a:extLst>
              <a:ext uri="{FF2B5EF4-FFF2-40B4-BE49-F238E27FC236}">
                <a16:creationId xmlns:a16="http://schemas.microsoft.com/office/drawing/2014/main" id="{3D6137CA-7103-4FA8-3F3F-7849E045E831}"/>
              </a:ext>
            </a:extLst>
          </p:cNvPr>
          <p:cNvSpPr txBox="1"/>
          <p:nvPr/>
        </p:nvSpPr>
        <p:spPr>
          <a:xfrm>
            <a:off x="8337941" y="4762681"/>
            <a:ext cx="706385" cy="307777"/>
          </a:xfrm>
          <a:prstGeom prst="rect">
            <a:avLst/>
          </a:prstGeom>
          <a:noFill/>
        </p:spPr>
        <p:txBody>
          <a:bodyPr wrap="square" rtlCol="0">
            <a:spAutoFit/>
          </a:bodyPr>
          <a:lstStyle/>
          <a:p>
            <a:r>
              <a:rPr lang="en-US" b="1" dirty="0"/>
              <a:t>34</a:t>
            </a:r>
            <a:endParaRPr lang="en-GB"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67"/>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521" name="Google Shape;521;p67"/>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25: </a:t>
            </a:r>
            <a:r>
              <a:rPr lang="en" sz="1600" b="0"/>
              <a:t>The cloning process</a:t>
            </a:r>
            <a:r>
              <a:rPr lang="en" sz="1600"/>
              <a:t> is taken over by Clonezilla</a:t>
            </a:r>
            <a:r>
              <a:rPr lang="en" sz="1600" b="0"/>
              <a:t>. If you choose to proceed with the procedure, it f</a:t>
            </a:r>
            <a:r>
              <a:rPr lang="en" sz="1600" b="0" u="sng"/>
              <a:t>irst displays a report of the activity that is taking place along with two cautions.</a:t>
            </a:r>
            <a:endParaRPr sz="1600" b="0" u="sng"/>
          </a:p>
          <a:p>
            <a:pPr marL="914400" lvl="1" indent="-330200" algn="l" rtl="0">
              <a:spcBef>
                <a:spcPts val="0"/>
              </a:spcBef>
              <a:spcAft>
                <a:spcPts val="0"/>
              </a:spcAft>
              <a:buSzPts val="1600"/>
              <a:buChar char="○"/>
            </a:pPr>
            <a:r>
              <a:rPr lang="en" sz="1600" b="0"/>
              <a:t>To indicate no, press n, and to indicate yes, press y.</a:t>
            </a:r>
            <a:endParaRPr sz="1600" b="0"/>
          </a:p>
          <a:p>
            <a:pPr marL="914400" lvl="0" indent="0" algn="l" rtl="0">
              <a:spcBef>
                <a:spcPts val="0"/>
              </a:spcBef>
              <a:spcAft>
                <a:spcPts val="0"/>
              </a:spcAft>
              <a:buNone/>
            </a:pPr>
            <a:endParaRPr sz="1600" b="0"/>
          </a:p>
        </p:txBody>
      </p:sp>
      <p:sp>
        <p:nvSpPr>
          <p:cNvPr id="2" name="TextBox 1">
            <a:extLst>
              <a:ext uri="{FF2B5EF4-FFF2-40B4-BE49-F238E27FC236}">
                <a16:creationId xmlns:a16="http://schemas.microsoft.com/office/drawing/2014/main" id="{8AB3B22E-EAAA-01BD-8E00-DD3FC6A8FBDB}"/>
              </a:ext>
            </a:extLst>
          </p:cNvPr>
          <p:cNvSpPr txBox="1"/>
          <p:nvPr/>
        </p:nvSpPr>
        <p:spPr>
          <a:xfrm>
            <a:off x="8337941" y="4762681"/>
            <a:ext cx="706385" cy="307777"/>
          </a:xfrm>
          <a:prstGeom prst="rect">
            <a:avLst/>
          </a:prstGeom>
          <a:noFill/>
        </p:spPr>
        <p:txBody>
          <a:bodyPr wrap="square" rtlCol="0">
            <a:spAutoFit/>
          </a:bodyPr>
          <a:lstStyle/>
          <a:p>
            <a:r>
              <a:rPr lang="en-US" b="1" dirty="0"/>
              <a:t>35</a:t>
            </a:r>
            <a:endParaRPr lang="en-GB"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68"/>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527" name="Google Shape;527;p68"/>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0"/>
              <a:t>Following this, a choice to clone the boot loader or not is presented in the third warning.</a:t>
            </a:r>
            <a:endParaRPr sz="1600" b="0"/>
          </a:p>
          <a:p>
            <a:pPr marL="914400" lvl="0" indent="0" algn="l" rtl="0">
              <a:spcBef>
                <a:spcPts val="0"/>
              </a:spcBef>
              <a:spcAft>
                <a:spcPts val="0"/>
              </a:spcAft>
              <a:buNone/>
            </a:pPr>
            <a:endParaRPr sz="1600" b="0"/>
          </a:p>
        </p:txBody>
      </p:sp>
      <p:pic>
        <p:nvPicPr>
          <p:cNvPr id="528" name="Google Shape;528;p68"/>
          <p:cNvPicPr preferRelativeResize="0"/>
          <p:nvPr/>
        </p:nvPicPr>
        <p:blipFill>
          <a:blip r:embed="rId3">
            <a:alphaModFix/>
          </a:blip>
          <a:stretch>
            <a:fillRect/>
          </a:stretch>
        </p:blipFill>
        <p:spPr>
          <a:xfrm>
            <a:off x="1783900" y="1983375"/>
            <a:ext cx="5373100" cy="3074725"/>
          </a:xfrm>
          <a:prstGeom prst="rect">
            <a:avLst/>
          </a:prstGeom>
          <a:noFill/>
          <a:ln>
            <a:noFill/>
          </a:ln>
        </p:spPr>
      </p:pic>
      <p:sp>
        <p:nvSpPr>
          <p:cNvPr id="2" name="TextBox 1">
            <a:extLst>
              <a:ext uri="{FF2B5EF4-FFF2-40B4-BE49-F238E27FC236}">
                <a16:creationId xmlns:a16="http://schemas.microsoft.com/office/drawing/2014/main" id="{DEE5F33A-0F51-C81D-FF8C-D78F6484834A}"/>
              </a:ext>
            </a:extLst>
          </p:cNvPr>
          <p:cNvSpPr txBox="1"/>
          <p:nvPr/>
        </p:nvSpPr>
        <p:spPr>
          <a:xfrm>
            <a:off x="8337941" y="4762681"/>
            <a:ext cx="706385" cy="307777"/>
          </a:xfrm>
          <a:prstGeom prst="rect">
            <a:avLst/>
          </a:prstGeom>
          <a:noFill/>
        </p:spPr>
        <p:txBody>
          <a:bodyPr wrap="square" rtlCol="0">
            <a:spAutoFit/>
          </a:bodyPr>
          <a:lstStyle/>
          <a:p>
            <a:r>
              <a:rPr lang="en-US" b="1" dirty="0"/>
              <a:t>36</a:t>
            </a:r>
            <a:endParaRPr lang="en-GB"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69"/>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534" name="Google Shape;534;p69"/>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26: </a:t>
            </a:r>
            <a:r>
              <a:rPr lang="en" sz="1600" b="0"/>
              <a:t>When you choose to move on with the cloning, Clonezilla first creates a partition table on the target disk that you want to use.</a:t>
            </a:r>
            <a:endParaRPr sz="1600" b="0"/>
          </a:p>
          <a:p>
            <a:pPr marL="914400" lvl="1" indent="-330200" algn="l" rtl="0">
              <a:spcBef>
                <a:spcPts val="0"/>
              </a:spcBef>
              <a:spcAft>
                <a:spcPts val="0"/>
              </a:spcAft>
              <a:buSzPts val="1600"/>
              <a:buChar char="○"/>
            </a:pPr>
            <a:r>
              <a:rPr lang="en" sz="1600" b="0" u="sng"/>
              <a:t>we hit Y in order to finish the cloning procedure</a:t>
            </a:r>
            <a:endParaRPr sz="1600" b="0" u="sng"/>
          </a:p>
          <a:p>
            <a:pPr marL="914400" lvl="0" indent="0" algn="l" rtl="0">
              <a:spcBef>
                <a:spcPts val="0"/>
              </a:spcBef>
              <a:spcAft>
                <a:spcPts val="0"/>
              </a:spcAft>
              <a:buNone/>
            </a:pPr>
            <a:endParaRPr sz="1600" b="0" u="sng"/>
          </a:p>
        </p:txBody>
      </p:sp>
      <p:pic>
        <p:nvPicPr>
          <p:cNvPr id="535" name="Google Shape;535;p69"/>
          <p:cNvPicPr preferRelativeResize="0"/>
          <p:nvPr/>
        </p:nvPicPr>
        <p:blipFill>
          <a:blip r:embed="rId3">
            <a:alphaModFix/>
          </a:blip>
          <a:stretch>
            <a:fillRect/>
          </a:stretch>
        </p:blipFill>
        <p:spPr>
          <a:xfrm>
            <a:off x="2109125" y="2284519"/>
            <a:ext cx="4059275" cy="2359700"/>
          </a:xfrm>
          <a:prstGeom prst="rect">
            <a:avLst/>
          </a:prstGeom>
          <a:noFill/>
          <a:ln>
            <a:noFill/>
          </a:ln>
        </p:spPr>
      </p:pic>
      <p:sp>
        <p:nvSpPr>
          <p:cNvPr id="2" name="TextBox 1">
            <a:extLst>
              <a:ext uri="{FF2B5EF4-FFF2-40B4-BE49-F238E27FC236}">
                <a16:creationId xmlns:a16="http://schemas.microsoft.com/office/drawing/2014/main" id="{9C8A4803-1584-734B-5471-6E076CB658D3}"/>
              </a:ext>
            </a:extLst>
          </p:cNvPr>
          <p:cNvSpPr txBox="1"/>
          <p:nvPr/>
        </p:nvSpPr>
        <p:spPr>
          <a:xfrm>
            <a:off x="8337941" y="4762681"/>
            <a:ext cx="706385" cy="307777"/>
          </a:xfrm>
          <a:prstGeom prst="rect">
            <a:avLst/>
          </a:prstGeom>
          <a:noFill/>
        </p:spPr>
        <p:txBody>
          <a:bodyPr wrap="square" rtlCol="0">
            <a:spAutoFit/>
          </a:bodyPr>
          <a:lstStyle/>
          <a:p>
            <a:r>
              <a:rPr lang="en-US" b="1" dirty="0"/>
              <a:t>37</a:t>
            </a:r>
            <a:endParaRPr lang="en-GB"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70"/>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541" name="Google Shape;541;p70"/>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27: This is a graphical report that shows every activity that is occurring.</a:t>
            </a:r>
            <a:endParaRPr sz="1600"/>
          </a:p>
          <a:p>
            <a:pPr marL="457200" lvl="0" indent="0" algn="l" rtl="0">
              <a:spcBef>
                <a:spcPts val="0"/>
              </a:spcBef>
              <a:spcAft>
                <a:spcPts val="0"/>
              </a:spcAft>
              <a:buNone/>
            </a:pPr>
            <a:endParaRPr sz="1600"/>
          </a:p>
          <a:p>
            <a:pPr marL="914400" lvl="0" indent="0" algn="l" rtl="0">
              <a:spcBef>
                <a:spcPts val="0"/>
              </a:spcBef>
              <a:spcAft>
                <a:spcPts val="0"/>
              </a:spcAft>
              <a:buNone/>
            </a:pPr>
            <a:endParaRPr sz="1600" b="0" u="sng"/>
          </a:p>
        </p:txBody>
      </p:sp>
      <p:pic>
        <p:nvPicPr>
          <p:cNvPr id="542" name="Google Shape;542;p70"/>
          <p:cNvPicPr preferRelativeResize="0"/>
          <p:nvPr/>
        </p:nvPicPr>
        <p:blipFill>
          <a:blip r:embed="rId3">
            <a:alphaModFix/>
          </a:blip>
          <a:stretch>
            <a:fillRect/>
          </a:stretch>
        </p:blipFill>
        <p:spPr>
          <a:xfrm>
            <a:off x="2236800" y="1912200"/>
            <a:ext cx="4363572" cy="2986800"/>
          </a:xfrm>
          <a:prstGeom prst="rect">
            <a:avLst/>
          </a:prstGeom>
          <a:noFill/>
          <a:ln>
            <a:noFill/>
          </a:ln>
        </p:spPr>
      </p:pic>
      <p:sp>
        <p:nvSpPr>
          <p:cNvPr id="2" name="TextBox 1">
            <a:extLst>
              <a:ext uri="{FF2B5EF4-FFF2-40B4-BE49-F238E27FC236}">
                <a16:creationId xmlns:a16="http://schemas.microsoft.com/office/drawing/2014/main" id="{581DF560-A4B8-397F-1400-A970DE6D4CE0}"/>
              </a:ext>
            </a:extLst>
          </p:cNvPr>
          <p:cNvSpPr txBox="1"/>
          <p:nvPr/>
        </p:nvSpPr>
        <p:spPr>
          <a:xfrm>
            <a:off x="8337941" y="4762681"/>
            <a:ext cx="706385" cy="307777"/>
          </a:xfrm>
          <a:prstGeom prst="rect">
            <a:avLst/>
          </a:prstGeom>
          <a:noFill/>
        </p:spPr>
        <p:txBody>
          <a:bodyPr wrap="square" rtlCol="0">
            <a:spAutoFit/>
          </a:bodyPr>
          <a:lstStyle/>
          <a:p>
            <a:r>
              <a:rPr lang="en-US" b="1" dirty="0"/>
              <a:t>38</a:t>
            </a:r>
            <a:endParaRPr lang="en-GB"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71"/>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548" name="Google Shape;548;p71"/>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28: </a:t>
            </a:r>
            <a:r>
              <a:rPr lang="en" sz="1600" b="0"/>
              <a:t>After the cloning procedure is finished, a report is produced. Additionally, you are given the choice to use Clonezilla once again. selecting option 2 will launch the exit wizard; selecting option 1 will keep you in console mode. As an alternative, use "enter" to bring up the exit screen.</a:t>
            </a:r>
            <a:endParaRPr sz="1600" b="0" u="sng"/>
          </a:p>
        </p:txBody>
      </p:sp>
      <p:pic>
        <p:nvPicPr>
          <p:cNvPr id="549" name="Google Shape;549;p71"/>
          <p:cNvPicPr preferRelativeResize="0"/>
          <p:nvPr/>
        </p:nvPicPr>
        <p:blipFill>
          <a:blip r:embed="rId3">
            <a:alphaModFix/>
          </a:blip>
          <a:stretch>
            <a:fillRect/>
          </a:stretch>
        </p:blipFill>
        <p:spPr>
          <a:xfrm>
            <a:off x="2112949" y="2511150"/>
            <a:ext cx="4226300" cy="2384825"/>
          </a:xfrm>
          <a:prstGeom prst="rect">
            <a:avLst/>
          </a:prstGeom>
          <a:noFill/>
          <a:ln>
            <a:noFill/>
          </a:ln>
        </p:spPr>
      </p:pic>
      <p:sp>
        <p:nvSpPr>
          <p:cNvPr id="2" name="TextBox 1">
            <a:extLst>
              <a:ext uri="{FF2B5EF4-FFF2-40B4-BE49-F238E27FC236}">
                <a16:creationId xmlns:a16="http://schemas.microsoft.com/office/drawing/2014/main" id="{A74A36EF-F62B-7FF7-4744-A8D45B9800B6}"/>
              </a:ext>
            </a:extLst>
          </p:cNvPr>
          <p:cNvSpPr txBox="1"/>
          <p:nvPr/>
        </p:nvSpPr>
        <p:spPr>
          <a:xfrm>
            <a:off x="8337941" y="4762681"/>
            <a:ext cx="706385" cy="307777"/>
          </a:xfrm>
          <a:prstGeom prst="rect">
            <a:avLst/>
          </a:prstGeom>
          <a:noFill/>
        </p:spPr>
        <p:txBody>
          <a:bodyPr wrap="square" rtlCol="0">
            <a:spAutoFit/>
          </a:bodyPr>
          <a:lstStyle/>
          <a:p>
            <a:r>
              <a:rPr lang="en-US" b="1" dirty="0"/>
              <a:t>39</a:t>
            </a:r>
            <a:endParaRPr lang="en-GB"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72"/>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555" name="Google Shape;555;p72"/>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Step 29: </a:t>
            </a:r>
            <a:r>
              <a:rPr lang="en" sz="1600" b="0"/>
              <a:t>There are four options on the screen that appears next. </a:t>
            </a:r>
            <a:endParaRPr sz="1600" b="0"/>
          </a:p>
          <a:p>
            <a:pPr marL="457200" lvl="0" indent="0" algn="l" rtl="0">
              <a:spcBef>
                <a:spcPts val="0"/>
              </a:spcBef>
              <a:spcAft>
                <a:spcPts val="0"/>
              </a:spcAft>
              <a:buNone/>
            </a:pPr>
            <a:r>
              <a:rPr lang="en" sz="1600" b="0"/>
              <a:t>These consist of:</a:t>
            </a:r>
            <a:endParaRPr sz="1600" b="0"/>
          </a:p>
          <a:p>
            <a:pPr marL="457200" lvl="0" indent="0" algn="l" rtl="0">
              <a:spcBef>
                <a:spcPts val="0"/>
              </a:spcBef>
              <a:spcAft>
                <a:spcPts val="0"/>
              </a:spcAft>
              <a:buNone/>
            </a:pPr>
            <a:r>
              <a:rPr lang="en" sz="1600" b="0"/>
              <a:t>-	"</a:t>
            </a:r>
            <a:r>
              <a:rPr lang="en" sz="1600"/>
              <a:t>Poweroff</a:t>
            </a:r>
            <a:r>
              <a:rPr lang="en" sz="1600" b="0"/>
              <a:t>" to halt.</a:t>
            </a:r>
            <a:endParaRPr sz="1600" b="0"/>
          </a:p>
          <a:p>
            <a:pPr marL="457200" lvl="0" indent="0" algn="l" rtl="0">
              <a:spcBef>
                <a:spcPts val="0"/>
              </a:spcBef>
              <a:spcAft>
                <a:spcPts val="0"/>
              </a:spcAft>
              <a:buNone/>
            </a:pPr>
            <a:r>
              <a:rPr lang="en" sz="1600" b="0"/>
              <a:t>-	"</a:t>
            </a:r>
            <a:r>
              <a:rPr lang="en" sz="1600"/>
              <a:t>reboot</a:t>
            </a:r>
            <a:r>
              <a:rPr lang="en" sz="1600" b="0"/>
              <a:t>" to resume.</a:t>
            </a:r>
            <a:endParaRPr sz="1600" b="0"/>
          </a:p>
          <a:p>
            <a:pPr marL="457200" lvl="0" indent="0" algn="l" rtl="0">
              <a:spcBef>
                <a:spcPts val="0"/>
              </a:spcBef>
              <a:spcAft>
                <a:spcPts val="0"/>
              </a:spcAft>
              <a:buNone/>
            </a:pPr>
            <a:r>
              <a:rPr lang="en" sz="1600" b="0"/>
              <a:t>-	"</a:t>
            </a:r>
            <a:r>
              <a:rPr lang="en" sz="1600"/>
              <a:t>cmd</a:t>
            </a:r>
            <a:r>
              <a:rPr lang="en" sz="1600" b="0"/>
              <a:t>" to launch the interactive command-line interface.</a:t>
            </a:r>
            <a:endParaRPr sz="1600" b="0"/>
          </a:p>
          <a:p>
            <a:pPr marL="457200" lvl="0" indent="0" algn="l" rtl="0">
              <a:spcBef>
                <a:spcPts val="0"/>
              </a:spcBef>
              <a:spcAft>
                <a:spcPts val="0"/>
              </a:spcAft>
              <a:buNone/>
            </a:pPr>
            <a:r>
              <a:rPr lang="en" sz="1600" b="0"/>
              <a:t>-	"</a:t>
            </a:r>
            <a:r>
              <a:rPr lang="en" sz="1600"/>
              <a:t>rerun1</a:t>
            </a:r>
            <a:r>
              <a:rPr lang="en" sz="1600" b="0"/>
              <a:t>" to start the cloning operation over.</a:t>
            </a:r>
            <a:endParaRPr sz="1600" b="0"/>
          </a:p>
          <a:p>
            <a:pPr marL="457200" lvl="0" indent="0" algn="l" rtl="0">
              <a:spcBef>
                <a:spcPts val="0"/>
              </a:spcBef>
              <a:spcAft>
                <a:spcPts val="0"/>
              </a:spcAft>
              <a:buNone/>
            </a:pPr>
            <a:endParaRPr sz="1600"/>
          </a:p>
        </p:txBody>
      </p:sp>
      <p:pic>
        <p:nvPicPr>
          <p:cNvPr id="556" name="Google Shape;556;p72"/>
          <p:cNvPicPr preferRelativeResize="0"/>
          <p:nvPr/>
        </p:nvPicPr>
        <p:blipFill>
          <a:blip r:embed="rId3">
            <a:alphaModFix/>
          </a:blip>
          <a:stretch>
            <a:fillRect/>
          </a:stretch>
        </p:blipFill>
        <p:spPr>
          <a:xfrm>
            <a:off x="1207199" y="2962724"/>
            <a:ext cx="6805551" cy="2019450"/>
          </a:xfrm>
          <a:prstGeom prst="rect">
            <a:avLst/>
          </a:prstGeom>
          <a:noFill/>
          <a:ln>
            <a:noFill/>
          </a:ln>
        </p:spPr>
      </p:pic>
      <p:sp>
        <p:nvSpPr>
          <p:cNvPr id="2" name="TextBox 1">
            <a:extLst>
              <a:ext uri="{FF2B5EF4-FFF2-40B4-BE49-F238E27FC236}">
                <a16:creationId xmlns:a16="http://schemas.microsoft.com/office/drawing/2014/main" id="{38522157-5EB2-B396-7D8F-6B4D127A30CB}"/>
              </a:ext>
            </a:extLst>
          </p:cNvPr>
          <p:cNvSpPr txBox="1"/>
          <p:nvPr/>
        </p:nvSpPr>
        <p:spPr>
          <a:xfrm>
            <a:off x="8337941" y="4762681"/>
            <a:ext cx="706385" cy="307777"/>
          </a:xfrm>
          <a:prstGeom prst="rect">
            <a:avLst/>
          </a:prstGeom>
          <a:noFill/>
        </p:spPr>
        <p:txBody>
          <a:bodyPr wrap="square" rtlCol="0">
            <a:spAutoFit/>
          </a:bodyPr>
          <a:lstStyle/>
          <a:p>
            <a:r>
              <a:rPr lang="en-US" b="1" dirty="0"/>
              <a:t>40</a:t>
            </a:r>
            <a:endParaRPr lang="en-GB"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73"/>
          <p:cNvSpPr txBox="1">
            <a:spLocks noGrp="1"/>
          </p:cNvSpPr>
          <p:nvPr>
            <p:ph type="title"/>
          </p:nvPr>
        </p:nvSpPr>
        <p:spPr>
          <a:xfrm>
            <a:off x="208350" y="393400"/>
            <a:ext cx="87273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for </a:t>
            </a:r>
            <a:r>
              <a:rPr lang="en">
                <a:solidFill>
                  <a:schemeClr val="accent1"/>
                </a:solidFill>
              </a:rPr>
              <a:t>Hard Disk Cloning</a:t>
            </a:r>
            <a:r>
              <a:rPr lang="en"/>
              <a:t> </a:t>
            </a:r>
            <a:endParaRPr/>
          </a:p>
          <a:p>
            <a:pPr marL="0" lvl="0" indent="0" algn="l" rtl="0">
              <a:spcBef>
                <a:spcPts val="0"/>
              </a:spcBef>
              <a:spcAft>
                <a:spcPts val="0"/>
              </a:spcAft>
              <a:buNone/>
            </a:pPr>
            <a:endParaRPr/>
          </a:p>
        </p:txBody>
      </p:sp>
      <p:sp>
        <p:nvSpPr>
          <p:cNvPr id="562" name="Google Shape;562;p73"/>
          <p:cNvSpPr txBox="1">
            <a:spLocks noGrp="1"/>
          </p:cNvSpPr>
          <p:nvPr>
            <p:ph type="title"/>
          </p:nvPr>
        </p:nvSpPr>
        <p:spPr>
          <a:xfrm>
            <a:off x="208350" y="1321500"/>
            <a:ext cx="8727300" cy="2986800"/>
          </a:xfrm>
          <a:prstGeom prst="rect">
            <a:avLst/>
          </a:prstGeom>
        </p:spPr>
        <p:txBody>
          <a:bodyPr spcFirstLastPara="1" wrap="square" lIns="91425" tIns="91425" rIns="91425" bIns="91425" anchor="t" anchorCtr="0">
            <a:noAutofit/>
          </a:bodyPr>
          <a:lstStyle/>
          <a:p>
            <a:pPr marL="457200" lvl="0" indent="0" algn="ctr" rtl="0">
              <a:spcBef>
                <a:spcPts val="0"/>
              </a:spcBef>
              <a:spcAft>
                <a:spcPts val="0"/>
              </a:spcAft>
              <a:buNone/>
            </a:pPr>
            <a:r>
              <a:rPr lang="en" sz="1600"/>
              <a:t>The disk drive copying process is now complete </a:t>
            </a:r>
            <a:r>
              <a:rPr lang="en" sz="1600">
                <a:solidFill>
                  <a:schemeClr val="accent3"/>
                </a:solidFill>
              </a:rPr>
              <a:t>!! </a:t>
            </a:r>
            <a:endParaRPr sz="1600">
              <a:solidFill>
                <a:schemeClr val="accent3"/>
              </a:solidFill>
            </a:endParaRPr>
          </a:p>
          <a:p>
            <a:pPr marL="457200" lvl="0" indent="0" algn="l" rtl="0">
              <a:spcBef>
                <a:spcPts val="0"/>
              </a:spcBef>
              <a:spcAft>
                <a:spcPts val="0"/>
              </a:spcAft>
              <a:buNone/>
            </a:pPr>
            <a:endParaRPr sz="1600"/>
          </a:p>
          <a:p>
            <a:pPr marL="457200" lvl="0" indent="0" algn="l" rtl="0">
              <a:spcBef>
                <a:spcPts val="0"/>
              </a:spcBef>
              <a:spcAft>
                <a:spcPts val="0"/>
              </a:spcAft>
              <a:buNone/>
            </a:pPr>
            <a:endParaRPr sz="1600"/>
          </a:p>
          <a:p>
            <a:pPr marL="457200" lvl="0" indent="0" algn="ctr" rtl="0">
              <a:spcBef>
                <a:spcPts val="0"/>
              </a:spcBef>
              <a:spcAft>
                <a:spcPts val="0"/>
              </a:spcAft>
              <a:buNone/>
            </a:pPr>
            <a:r>
              <a:rPr lang="en" sz="1600"/>
              <a:t>At this point, your only options are to disconnect your external drive, store it somewhere secure, swap out your existing disk, and boot your computer using the new disk.</a:t>
            </a:r>
            <a:endParaRPr sz="1600"/>
          </a:p>
        </p:txBody>
      </p:sp>
      <p:sp>
        <p:nvSpPr>
          <p:cNvPr id="2" name="TextBox 1">
            <a:extLst>
              <a:ext uri="{FF2B5EF4-FFF2-40B4-BE49-F238E27FC236}">
                <a16:creationId xmlns:a16="http://schemas.microsoft.com/office/drawing/2014/main" id="{F7D8562A-558E-0A22-AA16-A4016276BF20}"/>
              </a:ext>
            </a:extLst>
          </p:cNvPr>
          <p:cNvSpPr txBox="1"/>
          <p:nvPr/>
        </p:nvSpPr>
        <p:spPr>
          <a:xfrm>
            <a:off x="8337941" y="4762681"/>
            <a:ext cx="706385" cy="307777"/>
          </a:xfrm>
          <a:prstGeom prst="rect">
            <a:avLst/>
          </a:prstGeom>
          <a:noFill/>
        </p:spPr>
        <p:txBody>
          <a:bodyPr wrap="square" rtlCol="0">
            <a:spAutoFit/>
          </a:bodyPr>
          <a:lstStyle/>
          <a:p>
            <a:r>
              <a:rPr lang="en-US" b="1" dirty="0"/>
              <a:t>41</a:t>
            </a:r>
            <a:endParaRPr lang="en-GB"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74"/>
          <p:cNvSpPr txBox="1">
            <a:spLocks noGrp="1"/>
          </p:cNvSpPr>
          <p:nvPr>
            <p:ph type="title"/>
          </p:nvPr>
        </p:nvSpPr>
        <p:spPr>
          <a:xfrm>
            <a:off x="3714650" y="2338425"/>
            <a:ext cx="5429400" cy="242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Clonezilla advantages and disadvantages.</a:t>
            </a:r>
            <a:endParaRPr/>
          </a:p>
        </p:txBody>
      </p:sp>
      <p:sp>
        <p:nvSpPr>
          <p:cNvPr id="568" name="Google Shape;568;p74"/>
          <p:cNvSpPr txBox="1">
            <a:spLocks noGrp="1"/>
          </p:cNvSpPr>
          <p:nvPr>
            <p:ph type="title" idx="2"/>
          </p:nvPr>
        </p:nvSpPr>
        <p:spPr>
          <a:xfrm>
            <a:off x="3790850" y="1165325"/>
            <a:ext cx="13185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pic>
        <p:nvPicPr>
          <p:cNvPr id="569" name="Google Shape;569;p74"/>
          <p:cNvPicPr preferRelativeResize="0"/>
          <p:nvPr/>
        </p:nvPicPr>
        <p:blipFill rotWithShape="1">
          <a:blip r:embed="rId3">
            <a:alphaModFix/>
          </a:blip>
          <a:srcRect l="39171" r="5368"/>
          <a:stretch/>
        </p:blipFill>
        <p:spPr>
          <a:xfrm flipH="1">
            <a:off x="-19251" y="0"/>
            <a:ext cx="3005225" cy="5143499"/>
          </a:xfrm>
          <a:prstGeom prst="rect">
            <a:avLst/>
          </a:prstGeom>
          <a:noFill/>
          <a:ln>
            <a:noFill/>
          </a:ln>
        </p:spPr>
      </p:pic>
      <p:sp>
        <p:nvSpPr>
          <p:cNvPr id="570" name="Google Shape;570;p74"/>
          <p:cNvSpPr/>
          <p:nvPr/>
        </p:nvSpPr>
        <p:spPr>
          <a:xfrm flipH="1">
            <a:off x="-1894501" y="1830691"/>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A68F09F1-6A22-66BF-D414-FA3A133F480C}"/>
              </a:ext>
            </a:extLst>
          </p:cNvPr>
          <p:cNvSpPr txBox="1"/>
          <p:nvPr/>
        </p:nvSpPr>
        <p:spPr>
          <a:xfrm>
            <a:off x="8337941" y="4762681"/>
            <a:ext cx="706385" cy="307777"/>
          </a:xfrm>
          <a:prstGeom prst="rect">
            <a:avLst/>
          </a:prstGeom>
          <a:noFill/>
        </p:spPr>
        <p:txBody>
          <a:bodyPr wrap="square" rtlCol="0">
            <a:spAutoFit/>
          </a:bodyPr>
          <a:lstStyle/>
          <a:p>
            <a:r>
              <a:rPr lang="en-US" b="1" dirty="0"/>
              <a:t>42</a:t>
            </a:r>
            <a:endParaRPr lang="en-GB"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7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Advantages of Clonezilla:</a:t>
            </a:r>
            <a:endParaRPr/>
          </a:p>
          <a:p>
            <a:pPr marL="0" lvl="0" indent="0" algn="l" rtl="0">
              <a:lnSpc>
                <a:spcPct val="115000"/>
              </a:lnSpc>
              <a:spcBef>
                <a:spcPts val="1200"/>
              </a:spcBef>
              <a:spcAft>
                <a:spcPts val="0"/>
              </a:spcAft>
              <a:buNone/>
            </a:pPr>
            <a:endParaRPr sz="220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576" name="Google Shape;576;p75"/>
          <p:cNvSpPr txBox="1">
            <a:spLocks noGrp="1"/>
          </p:cNvSpPr>
          <p:nvPr>
            <p:ph type="subTitle" idx="1"/>
          </p:nvPr>
        </p:nvSpPr>
        <p:spPr>
          <a:xfrm>
            <a:off x="872900" y="1710151"/>
            <a:ext cx="2259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which means it's free to use and can be customized or modified to suit your needs.</a:t>
            </a:r>
            <a:endParaRPr/>
          </a:p>
        </p:txBody>
      </p:sp>
      <p:sp>
        <p:nvSpPr>
          <p:cNvPr id="577" name="Google Shape;577;p75"/>
          <p:cNvSpPr txBox="1">
            <a:spLocks noGrp="1"/>
          </p:cNvSpPr>
          <p:nvPr>
            <p:ph type="subTitle" idx="2"/>
          </p:nvPr>
        </p:nvSpPr>
        <p:spPr>
          <a:xfrm>
            <a:off x="3442351" y="1710151"/>
            <a:ext cx="2259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It is compatible with Windows, macOS, and Linux.</a:t>
            </a:r>
            <a:endParaRPr/>
          </a:p>
        </p:txBody>
      </p:sp>
      <p:sp>
        <p:nvSpPr>
          <p:cNvPr id="578" name="Google Shape;578;p75"/>
          <p:cNvSpPr txBox="1">
            <a:spLocks noGrp="1"/>
          </p:cNvSpPr>
          <p:nvPr>
            <p:ph type="subTitle" idx="3"/>
          </p:nvPr>
        </p:nvSpPr>
        <p:spPr>
          <a:xfrm>
            <a:off x="872900" y="3135650"/>
            <a:ext cx="2259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 allows for easy disk cloning, enabling users to replicate the entire contents of one drive to another.</a:t>
            </a:r>
            <a:endParaRPr/>
          </a:p>
        </p:txBody>
      </p:sp>
      <p:sp>
        <p:nvSpPr>
          <p:cNvPr id="579" name="Google Shape;579;p75"/>
          <p:cNvSpPr txBox="1">
            <a:spLocks noGrp="1"/>
          </p:cNvSpPr>
          <p:nvPr>
            <p:ph type="subTitle" idx="4"/>
          </p:nvPr>
        </p:nvSpPr>
        <p:spPr>
          <a:xfrm>
            <a:off x="3442349" y="3135650"/>
            <a:ext cx="2259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supports a wide range of file systems, making it compatible with different storage devices and operating systems.</a:t>
            </a:r>
            <a:endParaRPr/>
          </a:p>
        </p:txBody>
      </p:sp>
      <p:sp>
        <p:nvSpPr>
          <p:cNvPr id="580" name="Google Shape;580;p75"/>
          <p:cNvSpPr txBox="1">
            <a:spLocks noGrp="1"/>
          </p:cNvSpPr>
          <p:nvPr>
            <p:ph type="subTitle" idx="5"/>
          </p:nvPr>
        </p:nvSpPr>
        <p:spPr>
          <a:xfrm>
            <a:off x="6011800" y="1710150"/>
            <a:ext cx="2811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can create complete disk images, including the operating system, applications, and data, providing a comprehensive backup solution.</a:t>
            </a:r>
            <a:endParaRPr/>
          </a:p>
        </p:txBody>
      </p:sp>
      <p:sp>
        <p:nvSpPr>
          <p:cNvPr id="581" name="Google Shape;581;p75"/>
          <p:cNvSpPr txBox="1">
            <a:spLocks noGrp="1"/>
          </p:cNvSpPr>
          <p:nvPr>
            <p:ph type="subTitle" idx="6"/>
          </p:nvPr>
        </p:nvSpPr>
        <p:spPr>
          <a:xfrm>
            <a:off x="6011798" y="3135650"/>
            <a:ext cx="2259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 can deploy disk images to multiple computers simultaneously over a network using multicast.</a:t>
            </a:r>
            <a:endParaRPr/>
          </a:p>
        </p:txBody>
      </p:sp>
      <p:sp>
        <p:nvSpPr>
          <p:cNvPr id="582" name="Google Shape;582;p75"/>
          <p:cNvSpPr txBox="1">
            <a:spLocks noGrp="1"/>
          </p:cNvSpPr>
          <p:nvPr>
            <p:ph type="subTitle" idx="7"/>
          </p:nvPr>
        </p:nvSpPr>
        <p:spPr>
          <a:xfrm>
            <a:off x="872903" y="1381625"/>
            <a:ext cx="22593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Free and Open-Source</a:t>
            </a:r>
            <a:endParaRPr sz="1400"/>
          </a:p>
        </p:txBody>
      </p:sp>
      <p:sp>
        <p:nvSpPr>
          <p:cNvPr id="583" name="Google Shape;583;p75"/>
          <p:cNvSpPr txBox="1">
            <a:spLocks noGrp="1"/>
          </p:cNvSpPr>
          <p:nvPr>
            <p:ph type="subTitle" idx="8"/>
          </p:nvPr>
        </p:nvSpPr>
        <p:spPr>
          <a:xfrm>
            <a:off x="3442350" y="1381625"/>
            <a:ext cx="25695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Cross-Platform Support</a:t>
            </a:r>
            <a:endParaRPr sz="1400"/>
          </a:p>
        </p:txBody>
      </p:sp>
      <p:sp>
        <p:nvSpPr>
          <p:cNvPr id="584" name="Google Shape;584;p75"/>
          <p:cNvSpPr txBox="1">
            <a:spLocks noGrp="1"/>
          </p:cNvSpPr>
          <p:nvPr>
            <p:ph type="subTitle" idx="9"/>
          </p:nvPr>
        </p:nvSpPr>
        <p:spPr>
          <a:xfrm>
            <a:off x="6011797" y="1381625"/>
            <a:ext cx="22593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Disk Imaging</a:t>
            </a:r>
            <a:endParaRPr sz="1400"/>
          </a:p>
        </p:txBody>
      </p:sp>
      <p:sp>
        <p:nvSpPr>
          <p:cNvPr id="585" name="Google Shape;585;p75"/>
          <p:cNvSpPr txBox="1">
            <a:spLocks noGrp="1"/>
          </p:cNvSpPr>
          <p:nvPr>
            <p:ph type="subTitle" idx="13"/>
          </p:nvPr>
        </p:nvSpPr>
        <p:spPr>
          <a:xfrm>
            <a:off x="872903" y="2803907"/>
            <a:ext cx="22593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Disk Cloning</a:t>
            </a:r>
            <a:endParaRPr sz="1400"/>
          </a:p>
        </p:txBody>
      </p:sp>
      <p:sp>
        <p:nvSpPr>
          <p:cNvPr id="586" name="Google Shape;586;p75"/>
          <p:cNvSpPr txBox="1">
            <a:spLocks noGrp="1"/>
          </p:cNvSpPr>
          <p:nvPr>
            <p:ph type="subTitle" idx="14"/>
          </p:nvPr>
        </p:nvSpPr>
        <p:spPr>
          <a:xfrm>
            <a:off x="2868400" y="2803900"/>
            <a:ext cx="31434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Support for Various File Systems</a:t>
            </a:r>
            <a:endParaRPr sz="1400"/>
          </a:p>
        </p:txBody>
      </p:sp>
      <p:sp>
        <p:nvSpPr>
          <p:cNvPr id="587" name="Google Shape;587;p75"/>
          <p:cNvSpPr txBox="1">
            <a:spLocks noGrp="1"/>
          </p:cNvSpPr>
          <p:nvPr>
            <p:ph type="subTitle" idx="15"/>
          </p:nvPr>
        </p:nvSpPr>
        <p:spPr>
          <a:xfrm>
            <a:off x="6011797" y="2803907"/>
            <a:ext cx="22593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Multicast Support</a:t>
            </a:r>
            <a:endParaRPr sz="1400"/>
          </a:p>
        </p:txBody>
      </p:sp>
      <p:sp>
        <p:nvSpPr>
          <p:cNvPr id="2" name="TextBox 1">
            <a:extLst>
              <a:ext uri="{FF2B5EF4-FFF2-40B4-BE49-F238E27FC236}">
                <a16:creationId xmlns:a16="http://schemas.microsoft.com/office/drawing/2014/main" id="{10AC02C1-8250-3E8B-C237-CC8F8C8151BC}"/>
              </a:ext>
            </a:extLst>
          </p:cNvPr>
          <p:cNvSpPr txBox="1"/>
          <p:nvPr/>
        </p:nvSpPr>
        <p:spPr>
          <a:xfrm>
            <a:off x="8337941" y="4762681"/>
            <a:ext cx="706385" cy="307777"/>
          </a:xfrm>
          <a:prstGeom prst="rect">
            <a:avLst/>
          </a:prstGeom>
          <a:noFill/>
        </p:spPr>
        <p:txBody>
          <a:bodyPr wrap="square" rtlCol="0">
            <a:spAutoFit/>
          </a:bodyPr>
          <a:lstStyle/>
          <a:p>
            <a:r>
              <a:rPr lang="en-US" b="1" dirty="0"/>
              <a:t>43</a:t>
            </a:r>
            <a:endParaRPr lang="en-GB"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7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Disadvantages of Clonezilla:</a:t>
            </a:r>
            <a:endParaRPr/>
          </a:p>
        </p:txBody>
      </p:sp>
      <p:sp>
        <p:nvSpPr>
          <p:cNvPr id="593" name="Google Shape;593;p76"/>
          <p:cNvSpPr txBox="1">
            <a:spLocks noGrp="1"/>
          </p:cNvSpPr>
          <p:nvPr>
            <p:ph type="subTitle" idx="1"/>
          </p:nvPr>
        </p:nvSpPr>
        <p:spPr>
          <a:xfrm>
            <a:off x="872900" y="1710151"/>
            <a:ext cx="2259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text-based interface can be intimidating for novice users. Creating and restoring disk images with Clonezilla may require a learning curve.</a:t>
            </a:r>
            <a:endParaRPr/>
          </a:p>
        </p:txBody>
      </p:sp>
      <p:sp>
        <p:nvSpPr>
          <p:cNvPr id="594" name="Google Shape;594;p76"/>
          <p:cNvSpPr txBox="1">
            <a:spLocks noGrp="1"/>
          </p:cNvSpPr>
          <p:nvPr>
            <p:ph type="subTitle" idx="2"/>
          </p:nvPr>
        </p:nvSpPr>
        <p:spPr>
          <a:xfrm>
            <a:off x="3442351" y="1710151"/>
            <a:ext cx="2259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 does not provide real-time or continuous backup solutions.</a:t>
            </a:r>
            <a:endParaRPr/>
          </a:p>
        </p:txBody>
      </p:sp>
      <p:sp>
        <p:nvSpPr>
          <p:cNvPr id="595" name="Google Shape;595;p76"/>
          <p:cNvSpPr txBox="1">
            <a:spLocks noGrp="1"/>
          </p:cNvSpPr>
          <p:nvPr>
            <p:ph type="subTitle" idx="3"/>
          </p:nvPr>
        </p:nvSpPr>
        <p:spPr>
          <a:xfrm>
            <a:off x="872900" y="3135650"/>
            <a:ext cx="2259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operates at the disk or partition level and does not provide the ability to back up individual files or folders.</a:t>
            </a:r>
            <a:endParaRPr/>
          </a:p>
        </p:txBody>
      </p:sp>
      <p:sp>
        <p:nvSpPr>
          <p:cNvPr id="596" name="Google Shape;596;p76"/>
          <p:cNvSpPr txBox="1">
            <a:spLocks noGrp="1"/>
          </p:cNvSpPr>
          <p:nvPr>
            <p:ph type="subTitle" idx="4"/>
          </p:nvPr>
        </p:nvSpPr>
        <p:spPr>
          <a:xfrm>
            <a:off x="3442349" y="3135650"/>
            <a:ext cx="2259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Clonezilla's interface is text-based, which can make it less appealing to users who prefer graphical user interfaces.</a:t>
            </a:r>
            <a:endParaRPr/>
          </a:p>
        </p:txBody>
      </p:sp>
      <p:sp>
        <p:nvSpPr>
          <p:cNvPr id="597" name="Google Shape;597;p76"/>
          <p:cNvSpPr txBox="1">
            <a:spLocks noGrp="1"/>
          </p:cNvSpPr>
          <p:nvPr>
            <p:ph type="subTitle" idx="5"/>
          </p:nvPr>
        </p:nvSpPr>
        <p:spPr>
          <a:xfrm>
            <a:off x="6011798" y="1710151"/>
            <a:ext cx="2259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it may not be as feature-rich or user-friendly as dedicated incremental backup tools.</a:t>
            </a:r>
            <a:endParaRPr/>
          </a:p>
        </p:txBody>
      </p:sp>
      <p:sp>
        <p:nvSpPr>
          <p:cNvPr id="598" name="Google Shape;598;p76"/>
          <p:cNvSpPr txBox="1">
            <a:spLocks noGrp="1"/>
          </p:cNvSpPr>
          <p:nvPr>
            <p:ph type="subTitle" idx="6"/>
          </p:nvPr>
        </p:nvSpPr>
        <p:spPr>
          <a:xfrm>
            <a:off x="6011798" y="3135650"/>
            <a:ext cx="2259300" cy="87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Clonezilla is not designed for real-time data synchronization between devices, so it may not be suitable for scenarios where continuous data updates are critical .</a:t>
            </a:r>
            <a:endParaRPr/>
          </a:p>
        </p:txBody>
      </p:sp>
      <p:sp>
        <p:nvSpPr>
          <p:cNvPr id="599" name="Google Shape;599;p76"/>
          <p:cNvSpPr txBox="1">
            <a:spLocks noGrp="1"/>
          </p:cNvSpPr>
          <p:nvPr>
            <p:ph type="subTitle" idx="7"/>
          </p:nvPr>
        </p:nvSpPr>
        <p:spPr>
          <a:xfrm>
            <a:off x="872903" y="1381625"/>
            <a:ext cx="22593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Complex for Beginners</a:t>
            </a:r>
            <a:endParaRPr sz="1400"/>
          </a:p>
        </p:txBody>
      </p:sp>
      <p:sp>
        <p:nvSpPr>
          <p:cNvPr id="600" name="Google Shape;600;p76"/>
          <p:cNvSpPr txBox="1">
            <a:spLocks noGrp="1"/>
          </p:cNvSpPr>
          <p:nvPr>
            <p:ph type="subTitle" idx="8"/>
          </p:nvPr>
        </p:nvSpPr>
        <p:spPr>
          <a:xfrm>
            <a:off x="3442352" y="1381625"/>
            <a:ext cx="22593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No Real-Time Backups</a:t>
            </a:r>
            <a:endParaRPr sz="1400"/>
          </a:p>
        </p:txBody>
      </p:sp>
      <p:sp>
        <p:nvSpPr>
          <p:cNvPr id="601" name="Google Shape;601;p76"/>
          <p:cNvSpPr txBox="1">
            <a:spLocks noGrp="1"/>
          </p:cNvSpPr>
          <p:nvPr>
            <p:ph type="subTitle" idx="9"/>
          </p:nvPr>
        </p:nvSpPr>
        <p:spPr>
          <a:xfrm>
            <a:off x="6011797" y="1381625"/>
            <a:ext cx="22593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Limited Incremental Backup Support</a:t>
            </a:r>
            <a:endParaRPr sz="1400"/>
          </a:p>
        </p:txBody>
      </p:sp>
      <p:sp>
        <p:nvSpPr>
          <p:cNvPr id="602" name="Google Shape;602;p76"/>
          <p:cNvSpPr txBox="1">
            <a:spLocks noGrp="1"/>
          </p:cNvSpPr>
          <p:nvPr>
            <p:ph type="subTitle" idx="13"/>
          </p:nvPr>
        </p:nvSpPr>
        <p:spPr>
          <a:xfrm>
            <a:off x="872903" y="2803907"/>
            <a:ext cx="22593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No File-Level Backups</a:t>
            </a:r>
            <a:endParaRPr sz="1400"/>
          </a:p>
        </p:txBody>
      </p:sp>
      <p:sp>
        <p:nvSpPr>
          <p:cNvPr id="603" name="Google Shape;603;p76"/>
          <p:cNvSpPr txBox="1">
            <a:spLocks noGrp="1"/>
          </p:cNvSpPr>
          <p:nvPr>
            <p:ph type="subTitle" idx="14"/>
          </p:nvPr>
        </p:nvSpPr>
        <p:spPr>
          <a:xfrm>
            <a:off x="3442352" y="2803907"/>
            <a:ext cx="22593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Lack of Graphical User Interface</a:t>
            </a:r>
            <a:endParaRPr sz="1400"/>
          </a:p>
        </p:txBody>
      </p:sp>
      <p:sp>
        <p:nvSpPr>
          <p:cNvPr id="604" name="Google Shape;604;p76"/>
          <p:cNvSpPr txBox="1">
            <a:spLocks noGrp="1"/>
          </p:cNvSpPr>
          <p:nvPr>
            <p:ph type="subTitle" idx="15"/>
          </p:nvPr>
        </p:nvSpPr>
        <p:spPr>
          <a:xfrm>
            <a:off x="6011797" y="2803907"/>
            <a:ext cx="22593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t>No Real-Time Synchronization</a:t>
            </a:r>
            <a:endParaRPr sz="1400"/>
          </a:p>
        </p:txBody>
      </p:sp>
      <p:sp>
        <p:nvSpPr>
          <p:cNvPr id="2" name="TextBox 1">
            <a:extLst>
              <a:ext uri="{FF2B5EF4-FFF2-40B4-BE49-F238E27FC236}">
                <a16:creationId xmlns:a16="http://schemas.microsoft.com/office/drawing/2014/main" id="{7796BB8C-4D3F-F1A9-B710-601271EF5E03}"/>
              </a:ext>
            </a:extLst>
          </p:cNvPr>
          <p:cNvSpPr txBox="1"/>
          <p:nvPr/>
        </p:nvSpPr>
        <p:spPr>
          <a:xfrm>
            <a:off x="8337941" y="4762681"/>
            <a:ext cx="706385" cy="307777"/>
          </a:xfrm>
          <a:prstGeom prst="rect">
            <a:avLst/>
          </a:prstGeom>
          <a:noFill/>
        </p:spPr>
        <p:txBody>
          <a:bodyPr wrap="square" rtlCol="0">
            <a:spAutoFit/>
          </a:bodyPr>
          <a:lstStyle/>
          <a:p>
            <a:r>
              <a:rPr lang="en-US" b="1" dirty="0"/>
              <a:t>44</a:t>
            </a:r>
            <a:endParaRPr lang="en-GB"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77"/>
          <p:cNvSpPr txBox="1">
            <a:spLocks noGrp="1"/>
          </p:cNvSpPr>
          <p:nvPr>
            <p:ph type="title"/>
          </p:nvPr>
        </p:nvSpPr>
        <p:spPr>
          <a:xfrm>
            <a:off x="2144338" y="349950"/>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610" name="Google Shape;610;p77"/>
          <p:cNvSpPr/>
          <p:nvPr/>
        </p:nvSpPr>
        <p:spPr>
          <a:xfrm rot="-5400000">
            <a:off x="6240219" y="-389604"/>
            <a:ext cx="5862987" cy="57485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77"/>
          <p:cNvSpPr/>
          <p:nvPr/>
        </p:nvSpPr>
        <p:spPr>
          <a:xfrm rot="5400000" flipH="1">
            <a:off x="-2959206" y="-389604"/>
            <a:ext cx="5862987" cy="57485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612" name="Google Shape;612;p77"/>
          <p:cNvGraphicFramePr/>
          <p:nvPr/>
        </p:nvGraphicFramePr>
        <p:xfrm>
          <a:off x="1771700" y="1755325"/>
          <a:ext cx="5193400" cy="2340380"/>
        </p:xfrm>
        <a:graphic>
          <a:graphicData uri="http://schemas.openxmlformats.org/drawingml/2006/table">
            <a:tbl>
              <a:tblPr>
                <a:noFill/>
                <a:tableStyleId>{B6BB593F-AC55-4A8E-AF8D-0FD9AD27FB72}</a:tableStyleId>
              </a:tblPr>
              <a:tblGrid>
                <a:gridCol w="2340000">
                  <a:extLst>
                    <a:ext uri="{9D8B030D-6E8A-4147-A177-3AD203B41FA5}">
                      <a16:colId xmlns:a16="http://schemas.microsoft.com/office/drawing/2014/main" val="20000"/>
                    </a:ext>
                  </a:extLst>
                </a:gridCol>
                <a:gridCol w="2853400">
                  <a:extLst>
                    <a:ext uri="{9D8B030D-6E8A-4147-A177-3AD203B41FA5}">
                      <a16:colId xmlns:a16="http://schemas.microsoft.com/office/drawing/2014/main" val="20001"/>
                    </a:ext>
                  </a:extLst>
                </a:gridCol>
              </a:tblGrid>
              <a:tr h="309625">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ID</a:t>
                      </a:r>
                      <a:endParaRPr>
                        <a:solidFill>
                          <a:srgbClr val="111111"/>
                        </a:solidFill>
                        <a:latin typeface="Archivo Medium"/>
                        <a:ea typeface="Archivo Medium"/>
                        <a:cs typeface="Archivo Medium"/>
                        <a:sym typeface="Archivo Medium"/>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Name</a:t>
                      </a:r>
                      <a:endParaRPr>
                        <a:solidFill>
                          <a:srgbClr val="111111"/>
                        </a:solidFill>
                        <a:latin typeface="Archivo Medium"/>
                        <a:ea typeface="Archivo Medium"/>
                        <a:cs typeface="Archivo Medium"/>
                        <a:sym typeface="Archivo Medium"/>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81675">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442002988</a:t>
                      </a:r>
                      <a:endParaRPr>
                        <a:solidFill>
                          <a:srgbClr val="111111"/>
                        </a:solidFill>
                        <a:latin typeface="Archivo Medium"/>
                        <a:ea typeface="Archivo Medium"/>
                        <a:cs typeface="Archivo Medium"/>
                        <a:sym typeface="Archivo Medium"/>
                      </a:endParaRPr>
                    </a:p>
                  </a:txBody>
                  <a:tcPr marL="68575" marR="6857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Monerah Almobarak</a:t>
                      </a:r>
                      <a:endParaRPr>
                        <a:solidFill>
                          <a:srgbClr val="111111"/>
                        </a:solidFill>
                        <a:latin typeface="Archivo Medium"/>
                        <a:ea typeface="Archivo Medium"/>
                        <a:cs typeface="Archivo Medium"/>
                        <a:sym typeface="Archivo Medium"/>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46775">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442005420</a:t>
                      </a:r>
                      <a:endParaRPr>
                        <a:solidFill>
                          <a:srgbClr val="111111"/>
                        </a:solidFill>
                        <a:latin typeface="Archivo Medium"/>
                        <a:ea typeface="Archivo Medium"/>
                        <a:cs typeface="Archivo Medium"/>
                        <a:sym typeface="Archivo Medium"/>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Alaa Alshuaibi</a:t>
                      </a:r>
                      <a:endParaRPr>
                        <a:solidFill>
                          <a:srgbClr val="111111"/>
                        </a:solidFill>
                        <a:latin typeface="Archivo Medium"/>
                        <a:ea typeface="Archivo Medium"/>
                        <a:cs typeface="Archivo Medium"/>
                        <a:sym typeface="Archivo Medium"/>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90150">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442000786</a:t>
                      </a:r>
                      <a:endParaRPr>
                        <a:solidFill>
                          <a:srgbClr val="111111"/>
                        </a:solidFill>
                        <a:latin typeface="Archivo Medium"/>
                        <a:ea typeface="Archivo Medium"/>
                        <a:cs typeface="Archivo Medium"/>
                        <a:sym typeface="Archivo Medium"/>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Sarah Altaweel</a:t>
                      </a:r>
                      <a:endParaRPr>
                        <a:solidFill>
                          <a:srgbClr val="111111"/>
                        </a:solidFill>
                        <a:latin typeface="Archivo Medium"/>
                        <a:ea typeface="Archivo Medium"/>
                        <a:cs typeface="Archivo Medium"/>
                        <a:sym typeface="Archivo Medium"/>
                      </a:endParaRPr>
                    </a:p>
                  </a:txBody>
                  <a:tcPr marL="68575" marR="6857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1675">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442005104</a:t>
                      </a:r>
                      <a:endParaRPr>
                        <a:solidFill>
                          <a:srgbClr val="111111"/>
                        </a:solidFill>
                        <a:latin typeface="Archivo Medium"/>
                        <a:ea typeface="Archivo Medium"/>
                        <a:cs typeface="Archivo Medium"/>
                        <a:sym typeface="Archivo Medium"/>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Sarah Aljuhani</a:t>
                      </a:r>
                      <a:endParaRPr>
                        <a:solidFill>
                          <a:srgbClr val="111111"/>
                        </a:solidFill>
                        <a:latin typeface="Archivo Medium"/>
                        <a:ea typeface="Archivo Medium"/>
                        <a:cs typeface="Archivo Medium"/>
                        <a:sym typeface="Archivo Medium"/>
                      </a:endParaRPr>
                    </a:p>
                  </a:txBody>
                  <a:tcPr marL="68575" marR="6857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95350">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442003374</a:t>
                      </a:r>
                      <a:endParaRPr>
                        <a:solidFill>
                          <a:srgbClr val="111111"/>
                        </a:solidFill>
                        <a:latin typeface="Archivo Medium"/>
                        <a:ea typeface="Archivo Medium"/>
                        <a:cs typeface="Archivo Medium"/>
                        <a:sym typeface="Archivo Medium"/>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a:solidFill>
                            <a:srgbClr val="111111"/>
                          </a:solidFill>
                          <a:latin typeface="Archivo Medium"/>
                          <a:ea typeface="Archivo Medium"/>
                          <a:cs typeface="Archivo Medium"/>
                          <a:sym typeface="Archivo Medium"/>
                        </a:rPr>
                        <a:t>Nada Alotaibi</a:t>
                      </a:r>
                      <a:endParaRPr>
                        <a:solidFill>
                          <a:srgbClr val="111111"/>
                        </a:solidFill>
                        <a:latin typeface="Archivo Medium"/>
                        <a:ea typeface="Archivo Medium"/>
                        <a:cs typeface="Archivo Medium"/>
                        <a:sym typeface="Archivo Medium"/>
                      </a:endParaRPr>
                    </a:p>
                  </a:txBody>
                  <a:tcPr marL="68575" marR="6857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0D40AB4B-F427-45E0-667D-1F7549B66947}"/>
              </a:ext>
            </a:extLst>
          </p:cNvPr>
          <p:cNvSpPr txBox="1"/>
          <p:nvPr/>
        </p:nvSpPr>
        <p:spPr>
          <a:xfrm>
            <a:off x="8337941" y="4762681"/>
            <a:ext cx="706385" cy="307777"/>
          </a:xfrm>
          <a:prstGeom prst="rect">
            <a:avLst/>
          </a:prstGeom>
          <a:noFill/>
        </p:spPr>
        <p:txBody>
          <a:bodyPr wrap="square" rtlCol="0">
            <a:spAutoFit/>
          </a:bodyPr>
          <a:lstStyle/>
          <a:p>
            <a:r>
              <a:rPr lang="en-US" b="1" dirty="0"/>
              <a:t>45</a:t>
            </a:r>
            <a:endParaRPr lang="en-GB" b="1" dirty="0"/>
          </a:p>
        </p:txBody>
      </p:sp>
    </p:spTree>
  </p:cSld>
  <p:clrMapOvr>
    <a:masterClrMapping/>
  </p:clrMapOvr>
</p:sld>
</file>

<file path=ppt/theme/theme1.xml><?xml version="1.0" encoding="utf-8"?>
<a:theme xmlns:a="http://schemas.openxmlformats.org/drawingml/2006/main" name="Cybersecurity Industry by Slidesgo">
  <a:themeElements>
    <a:clrScheme name="Simple Light">
      <a:dk1>
        <a:srgbClr val="3A3E5F"/>
      </a:dk1>
      <a:lt1>
        <a:srgbClr val="FFFFFF"/>
      </a:lt1>
      <a:dk2>
        <a:srgbClr val="E0E0E0"/>
      </a:dk2>
      <a:lt2>
        <a:srgbClr val="8ED835"/>
      </a:lt2>
      <a:accent1>
        <a:srgbClr val="0BA391"/>
      </a:accent1>
      <a:accent2>
        <a:srgbClr val="09607D"/>
      </a:accent2>
      <a:accent3>
        <a:srgbClr val="F8C430"/>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2189</Words>
  <Application>Microsoft Office PowerPoint</Application>
  <PresentationFormat>On-screen Show (16:9)</PresentationFormat>
  <Paragraphs>261</Paragraphs>
  <Slides>45</Slides>
  <Notes>45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Archivo Medium</vt:lpstr>
      <vt:lpstr>PT Sans</vt:lpstr>
      <vt:lpstr>Bebas Neue</vt:lpstr>
      <vt:lpstr>Times New Roman</vt:lpstr>
      <vt:lpstr>Anaheim</vt:lpstr>
      <vt:lpstr>Poppins</vt:lpstr>
      <vt:lpstr>Nunito Light</vt:lpstr>
      <vt:lpstr>Raleway</vt:lpstr>
      <vt:lpstr>Archivo</vt:lpstr>
      <vt:lpstr>Arial</vt:lpstr>
      <vt:lpstr>Cybersecurity Industry by Slidesgo</vt:lpstr>
      <vt:lpstr>Clonezilla</vt:lpstr>
      <vt:lpstr>Table of contents</vt:lpstr>
      <vt:lpstr>General description of Clonezilla</vt:lpstr>
      <vt:lpstr>Introduction</vt:lpstr>
      <vt:lpstr>Divide the content into four ideas</vt:lpstr>
      <vt:lpstr>The main features of Clonezilla</vt:lpstr>
      <vt:lpstr>The main features of Clonezilla  01 Disk Cloning and Imaging: Clonezilla enables the creation of exact copies of entire disks or specific partitions, ideal for system restores, upgrades, or deployment.  02 Multicast Support: It offers efficient cloning of multiple machines simultaneously using multicast technology, perfect for setting up multiple computers in an organization.  03 Cloning Modes: Clonezilla provides two modes: Device-to-device cloning for direct disk-to-disk cloning. Device-to-image cloning, where a device is cloned to an image file for later use.  04 Bootable Media: It operates via a bootable CD/DVD or USB flash drive, allowing use without an operating system, crucial for system restoration or machines without an OS.  05 Filesystem Support: Supports a wide range of filesystems (ext2, ext3, ext4, fat16, fat32, ntfs, etc.) across various OS like Windows, macOS, and Linux.</vt:lpstr>
      <vt:lpstr>The main features of Clonezilla  06 Differential/Incremental Backup: Compatible with differential and incremental backups using other file-based tools to minimize backup space after the initial image.  07 Compression and Encryption: Offers image compression to save space and AES-256 encryption for data security.  08 Hardware Compatibility: Works with diverse hardware, including BIOS and UEFI systems, and supports different storage devices like HDDs, SSDs, and RAID configurations.  09 Flexible Restoration: Enables image restoration to new disks or partitions, adaptable to size variations as long as the data fits.  10 Customizable Scripts: Allows advanced users to create custom scripts for task automation, beneficial for large-scale deployments. </vt:lpstr>
      <vt:lpstr>The main features of Clonezilla  11 Network Support: Supports saving and restoring images over networks using SSH, Samba, NFS, and WebDAV.  12 Rescue Mode: Includes a rescue mode for repairing broken systems.  13 Accessibility: The interface is accessible via a Live CD, suitable for machines with limited resources.  14 Partition Table Manipulation: Capable of cloning partition tables independently, enabling exact duplication of partition layouts.  highlight Clonezilla's flexibility, making it a reliable solution for system backup, deployment, and recovery for both individual and enterprise users. Its versatility and powerful cloning capabilities, coupled with the advantage of being free, make it a favored choice among IT professionals. </vt:lpstr>
      <vt:lpstr>Comparing Clonezilla features with similar tools. </vt:lpstr>
      <vt:lpstr>Clonezilla vs. Acronis True Image:  Clonezilla: Open-source tool. Acronis True Image: Commercial with a free trial. Acronis: More user-friendly GUI, diverse backup options.   </vt:lpstr>
      <vt:lpstr>Clonezilla vs. Macrium Reflect:  Macrium Reflect: Commercial with free edition. Macrium: Faster backup, user-friendly. Clonezilla: Advanced users, complete disk images.    </vt:lpstr>
      <vt:lpstr>An example of how to use Clonezilla</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for Hard Disk Cloning  </vt:lpstr>
      <vt:lpstr>Clonezilla advantages and disadvantages.</vt:lpstr>
      <vt:lpstr>Advantages of Clonezilla:  </vt:lpstr>
      <vt:lpstr>Disadvantages of Clonezilla:</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Clonezilla</dc:title>
  <cp:lastModifiedBy>ندى بنت حمد بن نايف العالي العتيبي</cp:lastModifiedBy>
  <cp:revision>1</cp:revision>
  <dcterms:modified xsi:type="dcterms:W3CDTF">2023-11-13T05:05:42Z</dcterms:modified>
</cp:coreProperties>
</file>